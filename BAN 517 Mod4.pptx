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3"/>
  </p:notesMasterIdLst>
  <p:sldIdLst>
    <p:sldId id="256" r:id="rId2"/>
    <p:sldId id="275" r:id="rId3"/>
    <p:sldId id="282" r:id="rId4"/>
    <p:sldId id="273" r:id="rId5"/>
    <p:sldId id="278" r:id="rId6"/>
    <p:sldId id="261" r:id="rId7"/>
    <p:sldId id="262" r:id="rId8"/>
    <p:sldId id="264" r:id="rId9"/>
    <p:sldId id="277" r:id="rId10"/>
    <p:sldId id="27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D52B83-8AF0-4374-9362-FD91AE0CFE0F}">
          <p14:sldIdLst>
            <p14:sldId id="256"/>
            <p14:sldId id="275"/>
            <p14:sldId id="282"/>
          </p14:sldIdLst>
        </p14:section>
        <p14:section name="Untitled Section" id="{40B5F2C3-7E49-4941-AF4B-AFEED048A76E}">
          <p14:sldIdLst>
            <p14:sldId id="273"/>
            <p14:sldId id="278"/>
            <p14:sldId id="261"/>
            <p14:sldId id="262"/>
            <p14:sldId id="264"/>
            <p14:sldId id="277"/>
            <p14:sldId id="27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8A695-7C18-4869-B080-4B7E4B6527E3}" v="36" dt="2025-11-17T23:06:23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Mason" userId="4554f33240a8a24e" providerId="LiveId" clId="{B4798D4C-57CD-47E3-AEE5-42206D0E1986}"/>
    <pc:docChg chg="undo redo custSel addSld delSld modSld sldOrd addSection modSection">
      <pc:chgData name="Michele Mason" userId="4554f33240a8a24e" providerId="LiveId" clId="{B4798D4C-57CD-47E3-AEE5-42206D0E1986}" dt="2025-11-17T23:43:41.536" v="6125" actId="20577"/>
      <pc:docMkLst>
        <pc:docMk/>
      </pc:docMkLst>
      <pc:sldChg chg="addSp modSp mod setBg modNotesTx">
        <pc:chgData name="Michele Mason" userId="4554f33240a8a24e" providerId="LiveId" clId="{B4798D4C-57CD-47E3-AEE5-42206D0E1986}" dt="2025-11-17T23:43:41.536" v="6125" actId="20577"/>
        <pc:sldMkLst>
          <pc:docMk/>
          <pc:sldMk cId="186211479" sldId="256"/>
        </pc:sldMkLst>
        <pc:spChg chg="mod">
          <ac:chgData name="Michele Mason" userId="4554f33240a8a24e" providerId="LiveId" clId="{B4798D4C-57CD-47E3-AEE5-42206D0E1986}" dt="2025-11-17T23:24:28.169" v="5198" actId="20577"/>
          <ac:spMkLst>
            <pc:docMk/>
            <pc:sldMk cId="186211479" sldId="256"/>
            <ac:spMk id="2" creationId="{EF724156-4D1B-B663-567E-202BFA18ED85}"/>
          </ac:spMkLst>
        </pc:spChg>
        <pc:spChg chg="mod">
          <ac:chgData name="Michele Mason" userId="4554f33240a8a24e" providerId="LiveId" clId="{B4798D4C-57CD-47E3-AEE5-42206D0E1986}" dt="2025-11-17T23:43:41.536" v="6125" actId="20577"/>
          <ac:spMkLst>
            <pc:docMk/>
            <pc:sldMk cId="186211479" sldId="256"/>
            <ac:spMk id="3" creationId="{65EB3E78-9337-513D-7E0A-A34CC9D5AF7B}"/>
          </ac:spMkLst>
        </pc:spChg>
        <pc:spChg chg="add">
          <ac:chgData name="Michele Mason" userId="4554f33240a8a24e" providerId="LiveId" clId="{B4798D4C-57CD-47E3-AEE5-42206D0E1986}" dt="2025-11-17T23:07:59.850" v="4321" actId="26606"/>
          <ac:spMkLst>
            <pc:docMk/>
            <pc:sldMk cId="186211479" sldId="256"/>
            <ac:spMk id="8" creationId="{6F5A5072-7B47-4D32-B52A-4EBBF590B8A5}"/>
          </ac:spMkLst>
        </pc:spChg>
        <pc:spChg chg="add">
          <ac:chgData name="Michele Mason" userId="4554f33240a8a24e" providerId="LiveId" clId="{B4798D4C-57CD-47E3-AEE5-42206D0E1986}" dt="2025-11-17T23:07:59.850" v="4321" actId="26606"/>
          <ac:spMkLst>
            <pc:docMk/>
            <pc:sldMk cId="186211479" sldId="256"/>
            <ac:spMk id="10" creationId="{9715DAF0-AE1B-46C9-8A6B-DB2AA05AB91D}"/>
          </ac:spMkLst>
        </pc:spChg>
        <pc:spChg chg="add">
          <ac:chgData name="Michele Mason" userId="4554f33240a8a24e" providerId="LiveId" clId="{B4798D4C-57CD-47E3-AEE5-42206D0E1986}" dt="2025-11-17T23:07:59.850" v="4321" actId="26606"/>
          <ac:spMkLst>
            <pc:docMk/>
            <pc:sldMk cId="186211479" sldId="256"/>
            <ac:spMk id="12" creationId="{6016219D-510E-4184-9090-6D5578A87BD1}"/>
          </ac:spMkLst>
        </pc:spChg>
        <pc:spChg chg="add">
          <ac:chgData name="Michele Mason" userId="4554f33240a8a24e" providerId="LiveId" clId="{B4798D4C-57CD-47E3-AEE5-42206D0E1986}" dt="2025-11-17T23:07:59.850" v="4321" actId="26606"/>
          <ac:spMkLst>
            <pc:docMk/>
            <pc:sldMk cId="186211479" sldId="256"/>
            <ac:spMk id="14" creationId="{AFF4A713-7B75-4B21-90D7-5AB19547C728}"/>
          </ac:spMkLst>
        </pc:spChg>
        <pc:spChg chg="add">
          <ac:chgData name="Michele Mason" userId="4554f33240a8a24e" providerId="LiveId" clId="{B4798D4C-57CD-47E3-AEE5-42206D0E1986}" dt="2025-11-17T23:07:59.850" v="4321" actId="26606"/>
          <ac:spMkLst>
            <pc:docMk/>
            <pc:sldMk cId="186211479" sldId="256"/>
            <ac:spMk id="16" creationId="{DC631C0B-6DA6-4E57-8231-CE32B3434A7E}"/>
          </ac:spMkLst>
        </pc:spChg>
        <pc:spChg chg="add">
          <ac:chgData name="Michele Mason" userId="4554f33240a8a24e" providerId="LiveId" clId="{B4798D4C-57CD-47E3-AEE5-42206D0E1986}" dt="2025-11-17T23:07:59.850" v="4321" actId="26606"/>
          <ac:spMkLst>
            <pc:docMk/>
            <pc:sldMk cId="186211479" sldId="256"/>
            <ac:spMk id="18" creationId="{C29501E6-A978-4A61-9689-9085AF97A53A}"/>
          </ac:spMkLst>
        </pc:spChg>
      </pc:sldChg>
      <pc:sldChg chg="addSp modSp del mod modClrScheme chgLayout modNotesTx">
        <pc:chgData name="Michele Mason" userId="4554f33240a8a24e" providerId="LiveId" clId="{B4798D4C-57CD-47E3-AEE5-42206D0E1986}" dt="2025-11-17T19:09:23.634" v="3640" actId="2696"/>
        <pc:sldMkLst>
          <pc:docMk/>
          <pc:sldMk cId="889058609" sldId="258"/>
        </pc:sldMkLst>
        <pc:spChg chg="mod ord">
          <ac:chgData name="Michele Mason" userId="4554f33240a8a24e" providerId="LiveId" clId="{B4798D4C-57CD-47E3-AEE5-42206D0E1986}" dt="2025-11-17T15:29:46.933" v="198" actId="700"/>
          <ac:spMkLst>
            <pc:docMk/>
            <pc:sldMk cId="889058609" sldId="258"/>
            <ac:spMk id="2" creationId="{6D09532E-1981-DB3B-DD7E-3F5ED5440EEA}"/>
          </ac:spMkLst>
        </pc:spChg>
        <pc:spChg chg="add mod ord">
          <ac:chgData name="Michele Mason" userId="4554f33240a8a24e" providerId="LiveId" clId="{B4798D4C-57CD-47E3-AEE5-42206D0E1986}" dt="2025-11-17T19:06:20.324" v="3572" actId="20577"/>
          <ac:spMkLst>
            <pc:docMk/>
            <pc:sldMk cId="889058609" sldId="258"/>
            <ac:spMk id="3" creationId="{AC5AFE48-BE9C-0F4F-030B-8D50F63CAE0C}"/>
          </ac:spMkLst>
        </pc:spChg>
        <pc:graphicFrameChg chg="add mod">
          <ac:chgData name="Michele Mason" userId="4554f33240a8a24e" providerId="LiveId" clId="{B4798D4C-57CD-47E3-AEE5-42206D0E1986}" dt="2025-11-17T19:06:26.400" v="3574" actId="1076"/>
          <ac:graphicFrameMkLst>
            <pc:docMk/>
            <pc:sldMk cId="889058609" sldId="258"/>
            <ac:graphicFrameMk id="4" creationId="{E640AA2E-5C6B-A655-2262-47F834590E13}"/>
          </ac:graphicFrameMkLst>
        </pc:graphicFrameChg>
      </pc:sldChg>
      <pc:sldChg chg="addSp modSp del mod modClrScheme chgLayout modNotesTx">
        <pc:chgData name="Michele Mason" userId="4554f33240a8a24e" providerId="LiveId" clId="{B4798D4C-57CD-47E3-AEE5-42206D0E1986}" dt="2025-11-17T17:24:10.569" v="2266" actId="2696"/>
        <pc:sldMkLst>
          <pc:docMk/>
          <pc:sldMk cId="3823071957" sldId="260"/>
        </pc:sldMkLst>
        <pc:spChg chg="mod ord">
          <ac:chgData name="Michele Mason" userId="4554f33240a8a24e" providerId="LiveId" clId="{B4798D4C-57CD-47E3-AEE5-42206D0E1986}" dt="2025-11-17T15:58:02.834" v="1097" actId="700"/>
          <ac:spMkLst>
            <pc:docMk/>
            <pc:sldMk cId="3823071957" sldId="260"/>
            <ac:spMk id="2" creationId="{7A187710-1278-C0D1-E84C-332D03796A90}"/>
          </ac:spMkLst>
        </pc:spChg>
        <pc:spChg chg="add mod ord">
          <ac:chgData name="Michele Mason" userId="4554f33240a8a24e" providerId="LiveId" clId="{B4798D4C-57CD-47E3-AEE5-42206D0E1986}" dt="2025-11-17T17:19:05.272" v="2194" actId="6549"/>
          <ac:spMkLst>
            <pc:docMk/>
            <pc:sldMk cId="3823071957" sldId="260"/>
            <ac:spMk id="3" creationId="{D275869E-FE14-9108-0A4A-DE79D9B97A53}"/>
          </ac:spMkLst>
        </pc:spChg>
      </pc:sldChg>
      <pc:sldChg chg="addSp delSp modSp mod setBg modClrScheme chgLayout modNotesTx">
        <pc:chgData name="Michele Mason" userId="4554f33240a8a24e" providerId="LiveId" clId="{B4798D4C-57CD-47E3-AEE5-42206D0E1986}" dt="2025-11-17T17:34:15.117" v="2517" actId="20577"/>
        <pc:sldMkLst>
          <pc:docMk/>
          <pc:sldMk cId="2046511205" sldId="261"/>
        </pc:sldMkLst>
        <pc:spChg chg="mod ord">
          <ac:chgData name="Michele Mason" userId="4554f33240a8a24e" providerId="LiveId" clId="{B4798D4C-57CD-47E3-AEE5-42206D0E1986}" dt="2025-11-17T17:16:19.250" v="2139" actId="26606"/>
          <ac:spMkLst>
            <pc:docMk/>
            <pc:sldMk cId="2046511205" sldId="261"/>
            <ac:spMk id="2" creationId="{1DA3765B-3CEC-13D0-3EB2-2025F04E543C}"/>
          </ac:spMkLst>
        </pc:spChg>
        <pc:spChg chg="add del mod ord">
          <ac:chgData name="Michele Mason" userId="4554f33240a8a24e" providerId="LiveId" clId="{B4798D4C-57CD-47E3-AEE5-42206D0E1986}" dt="2025-11-17T16:54:08.338" v="2086" actId="700"/>
          <ac:spMkLst>
            <pc:docMk/>
            <pc:sldMk cId="2046511205" sldId="261"/>
            <ac:spMk id="3" creationId="{ED1FD9F5-2130-5A60-B6CB-8F689B3B003D}"/>
          </ac:spMkLst>
        </pc:spChg>
        <pc:spChg chg="add del mod ord">
          <ac:chgData name="Michele Mason" userId="4554f33240a8a24e" providerId="LiveId" clId="{B4798D4C-57CD-47E3-AEE5-42206D0E1986}" dt="2025-11-17T16:54:08.338" v="2086" actId="700"/>
          <ac:spMkLst>
            <pc:docMk/>
            <pc:sldMk cId="2046511205" sldId="261"/>
            <ac:spMk id="4" creationId="{1D1C45A4-7210-4D22-59F5-212E50E8FAD1}"/>
          </ac:spMkLst>
        </pc:spChg>
        <pc:spChg chg="add del mod ord">
          <ac:chgData name="Michele Mason" userId="4554f33240a8a24e" providerId="LiveId" clId="{B4798D4C-57CD-47E3-AEE5-42206D0E1986}" dt="2025-11-17T16:54:08.338" v="2086" actId="700"/>
          <ac:spMkLst>
            <pc:docMk/>
            <pc:sldMk cId="2046511205" sldId="261"/>
            <ac:spMk id="5" creationId="{6F5F41ED-3A39-8E3B-20B5-615C0FDCA44C}"/>
          </ac:spMkLst>
        </pc:spChg>
        <pc:spChg chg="add del mod ord">
          <ac:chgData name="Michele Mason" userId="4554f33240a8a24e" providerId="LiveId" clId="{B4798D4C-57CD-47E3-AEE5-42206D0E1986}" dt="2025-11-17T16:54:08.338" v="2086" actId="700"/>
          <ac:spMkLst>
            <pc:docMk/>
            <pc:sldMk cId="2046511205" sldId="261"/>
            <ac:spMk id="6" creationId="{DFAC9324-9062-7AA2-A488-750876091CC7}"/>
          </ac:spMkLst>
        </pc:spChg>
        <pc:spChg chg="add del mod ord">
          <ac:chgData name="Michele Mason" userId="4554f33240a8a24e" providerId="LiveId" clId="{B4798D4C-57CD-47E3-AEE5-42206D0E1986}" dt="2025-11-17T17:11:12.300" v="2132"/>
          <ac:spMkLst>
            <pc:docMk/>
            <pc:sldMk cId="2046511205" sldId="261"/>
            <ac:spMk id="7" creationId="{12462942-C12E-C6C9-B50D-E2013F6E266A}"/>
          </ac:spMkLst>
        </pc:spChg>
        <pc:spChg chg="add">
          <ac:chgData name="Michele Mason" userId="4554f33240a8a24e" providerId="LiveId" clId="{B4798D4C-57CD-47E3-AEE5-42206D0E1986}" dt="2025-11-17T17:16:19.250" v="2139" actId="26606"/>
          <ac:spMkLst>
            <pc:docMk/>
            <pc:sldMk cId="2046511205" sldId="261"/>
            <ac:spMk id="13" creationId="{BACC6370-2D7E-4714-9D71-7542949D7D5D}"/>
          </ac:spMkLst>
        </pc:spChg>
        <pc:spChg chg="add">
          <ac:chgData name="Michele Mason" userId="4554f33240a8a24e" providerId="LiveId" clId="{B4798D4C-57CD-47E3-AEE5-42206D0E1986}" dt="2025-11-17T17:16:19.250" v="2139" actId="26606"/>
          <ac:spMkLst>
            <pc:docMk/>
            <pc:sldMk cId="2046511205" sldId="261"/>
            <ac:spMk id="15" creationId="{F68B3F68-107C-434F-AA38-110D5EA91B85}"/>
          </ac:spMkLst>
        </pc:spChg>
        <pc:spChg chg="add">
          <ac:chgData name="Michele Mason" userId="4554f33240a8a24e" providerId="LiveId" clId="{B4798D4C-57CD-47E3-AEE5-42206D0E1986}" dt="2025-11-17T17:16:19.250" v="2139" actId="26606"/>
          <ac:spMkLst>
            <pc:docMk/>
            <pc:sldMk cId="2046511205" sldId="261"/>
            <ac:spMk id="17" creationId="{AAD0DBB9-1A4B-4391-81D4-CB19F9AB918A}"/>
          </ac:spMkLst>
        </pc:spChg>
        <pc:spChg chg="add">
          <ac:chgData name="Michele Mason" userId="4554f33240a8a24e" providerId="LiveId" clId="{B4798D4C-57CD-47E3-AEE5-42206D0E1986}" dt="2025-11-17T17:16:19.250" v="2139" actId="26606"/>
          <ac:spMkLst>
            <pc:docMk/>
            <pc:sldMk cId="2046511205" sldId="261"/>
            <ac:spMk id="19" creationId="{063BBA22-50EA-4C4D-BE05-F1CE4E63AA56}"/>
          </ac:spMkLst>
        </pc:spChg>
        <pc:graphicFrameChg chg="add mod modGraphic">
          <ac:chgData name="Michele Mason" userId="4554f33240a8a24e" providerId="LiveId" clId="{B4798D4C-57CD-47E3-AEE5-42206D0E1986}" dt="2025-11-17T17:16:57.601" v="2144" actId="14100"/>
          <ac:graphicFrameMkLst>
            <pc:docMk/>
            <pc:sldMk cId="2046511205" sldId="261"/>
            <ac:graphicFrameMk id="8" creationId="{0A96D7DA-163C-4391-F69B-F5A2573C0419}"/>
          </ac:graphicFrameMkLst>
        </pc:graphicFrameChg>
      </pc:sldChg>
      <pc:sldChg chg="addSp delSp modSp mod setBg modClrScheme chgLayout modNotesTx">
        <pc:chgData name="Michele Mason" userId="4554f33240a8a24e" providerId="LiveId" clId="{B4798D4C-57CD-47E3-AEE5-42206D0E1986}" dt="2025-11-17T17:34:25.917" v="2563" actId="20577"/>
        <pc:sldMkLst>
          <pc:docMk/>
          <pc:sldMk cId="4062404630" sldId="262"/>
        </pc:sldMkLst>
        <pc:spChg chg="mod ord">
          <ac:chgData name="Michele Mason" userId="4554f33240a8a24e" providerId="LiveId" clId="{B4798D4C-57CD-47E3-AEE5-42206D0E1986}" dt="2025-11-17T17:16:09.649" v="2138" actId="26606"/>
          <ac:spMkLst>
            <pc:docMk/>
            <pc:sldMk cId="4062404630" sldId="262"/>
            <ac:spMk id="2" creationId="{C8831554-D172-241D-201B-C3DBC991F516}"/>
          </ac:spMkLst>
        </pc:spChg>
        <pc:spChg chg="add del mod ord">
          <ac:chgData name="Michele Mason" userId="4554f33240a8a24e" providerId="LiveId" clId="{B4798D4C-57CD-47E3-AEE5-42206D0E1986}" dt="2025-11-17T17:15:44.651" v="2136"/>
          <ac:spMkLst>
            <pc:docMk/>
            <pc:sldMk cId="4062404630" sldId="262"/>
            <ac:spMk id="3" creationId="{08556F23-CB02-2CA4-AAF2-7A50A9552E34}"/>
          </ac:spMkLst>
        </pc:spChg>
        <pc:spChg chg="add">
          <ac:chgData name="Michele Mason" userId="4554f33240a8a24e" providerId="LiveId" clId="{B4798D4C-57CD-47E3-AEE5-42206D0E1986}" dt="2025-11-17T17:16:09.649" v="2138" actId="26606"/>
          <ac:spMkLst>
            <pc:docMk/>
            <pc:sldMk cId="4062404630" sldId="262"/>
            <ac:spMk id="9" creationId="{BACC6370-2D7E-4714-9D71-7542949D7D5D}"/>
          </ac:spMkLst>
        </pc:spChg>
        <pc:spChg chg="add">
          <ac:chgData name="Michele Mason" userId="4554f33240a8a24e" providerId="LiveId" clId="{B4798D4C-57CD-47E3-AEE5-42206D0E1986}" dt="2025-11-17T17:16:09.649" v="2138" actId="26606"/>
          <ac:spMkLst>
            <pc:docMk/>
            <pc:sldMk cId="4062404630" sldId="262"/>
            <ac:spMk id="11" creationId="{F68B3F68-107C-434F-AA38-110D5EA91B85}"/>
          </ac:spMkLst>
        </pc:spChg>
        <pc:spChg chg="add">
          <ac:chgData name="Michele Mason" userId="4554f33240a8a24e" providerId="LiveId" clId="{B4798D4C-57CD-47E3-AEE5-42206D0E1986}" dt="2025-11-17T17:16:09.649" v="2138" actId="26606"/>
          <ac:spMkLst>
            <pc:docMk/>
            <pc:sldMk cId="4062404630" sldId="262"/>
            <ac:spMk id="13" creationId="{AAD0DBB9-1A4B-4391-81D4-CB19F9AB918A}"/>
          </ac:spMkLst>
        </pc:spChg>
        <pc:spChg chg="add">
          <ac:chgData name="Michele Mason" userId="4554f33240a8a24e" providerId="LiveId" clId="{B4798D4C-57CD-47E3-AEE5-42206D0E1986}" dt="2025-11-17T17:16:09.649" v="2138" actId="26606"/>
          <ac:spMkLst>
            <pc:docMk/>
            <pc:sldMk cId="4062404630" sldId="262"/>
            <ac:spMk id="15" creationId="{063BBA22-50EA-4C4D-BE05-F1CE4E63AA56}"/>
          </ac:spMkLst>
        </pc:spChg>
        <pc:graphicFrameChg chg="add mod modGraphic">
          <ac:chgData name="Michele Mason" userId="4554f33240a8a24e" providerId="LiveId" clId="{B4798D4C-57CD-47E3-AEE5-42206D0E1986}" dt="2025-11-17T17:16:09.649" v="2138" actId="26606"/>
          <ac:graphicFrameMkLst>
            <pc:docMk/>
            <pc:sldMk cId="4062404630" sldId="262"/>
            <ac:graphicFrameMk id="4" creationId="{32C0658A-877D-FD71-EDCC-55544C433712}"/>
          </ac:graphicFrameMkLst>
        </pc:graphicFrameChg>
      </pc:sldChg>
      <pc:sldChg chg="addSp modSp del mod modClrScheme chgLayout modNotesTx">
        <pc:chgData name="Michele Mason" userId="4554f33240a8a24e" providerId="LiveId" clId="{B4798D4C-57CD-47E3-AEE5-42206D0E1986}" dt="2025-11-17T17:30:27.006" v="2382" actId="2696"/>
        <pc:sldMkLst>
          <pc:docMk/>
          <pc:sldMk cId="529775512" sldId="263"/>
        </pc:sldMkLst>
        <pc:spChg chg="mod ord">
          <ac:chgData name="Michele Mason" userId="4554f33240a8a24e" providerId="LiveId" clId="{B4798D4C-57CD-47E3-AEE5-42206D0E1986}" dt="2025-11-17T16:46:31.807" v="1610" actId="700"/>
          <ac:spMkLst>
            <pc:docMk/>
            <pc:sldMk cId="529775512" sldId="263"/>
            <ac:spMk id="2" creationId="{3A2D25EA-400D-C49C-597E-D94EC9814E97}"/>
          </ac:spMkLst>
        </pc:spChg>
        <pc:spChg chg="add mod ord">
          <ac:chgData name="Michele Mason" userId="4554f33240a8a24e" providerId="LiveId" clId="{B4798D4C-57CD-47E3-AEE5-42206D0E1986}" dt="2025-11-17T17:25:48.036" v="2271" actId="27636"/>
          <ac:spMkLst>
            <pc:docMk/>
            <pc:sldMk cId="529775512" sldId="263"/>
            <ac:spMk id="3" creationId="{EB0600C3-DC62-2EE1-7F3C-5D52EE22DB5B}"/>
          </ac:spMkLst>
        </pc:spChg>
      </pc:sldChg>
      <pc:sldChg chg="addSp delSp modSp mod setBg modClrScheme chgLayout modNotesTx">
        <pc:chgData name="Michele Mason" userId="4554f33240a8a24e" providerId="LiveId" clId="{B4798D4C-57CD-47E3-AEE5-42206D0E1986}" dt="2025-11-17T17:44:22.700" v="2636" actId="20577"/>
        <pc:sldMkLst>
          <pc:docMk/>
          <pc:sldMk cId="1840886639" sldId="264"/>
        </pc:sldMkLst>
        <pc:spChg chg="mod ord">
          <ac:chgData name="Michele Mason" userId="4554f33240a8a24e" providerId="LiveId" clId="{B4798D4C-57CD-47E3-AEE5-42206D0E1986}" dt="2025-11-17T17:43:38.017" v="2581" actId="26606"/>
          <ac:spMkLst>
            <pc:docMk/>
            <pc:sldMk cId="1840886639" sldId="264"/>
            <ac:spMk id="2" creationId="{EFACE212-5951-457E-CE7F-85D53D06C691}"/>
          </ac:spMkLst>
        </pc:spChg>
        <pc:spChg chg="add del mod ord">
          <ac:chgData name="Michele Mason" userId="4554f33240a8a24e" providerId="LiveId" clId="{B4798D4C-57CD-47E3-AEE5-42206D0E1986}" dt="2025-11-17T17:43:26.884" v="2579"/>
          <ac:spMkLst>
            <pc:docMk/>
            <pc:sldMk cId="1840886639" sldId="264"/>
            <ac:spMk id="3" creationId="{0E6BF22A-A5D9-D749-AFFD-4FBAAF56A98B}"/>
          </ac:spMkLst>
        </pc:spChg>
        <pc:spChg chg="add">
          <ac:chgData name="Michele Mason" userId="4554f33240a8a24e" providerId="LiveId" clId="{B4798D4C-57CD-47E3-AEE5-42206D0E1986}" dt="2025-11-17T17:43:38.017" v="2581" actId="26606"/>
          <ac:spMkLst>
            <pc:docMk/>
            <pc:sldMk cId="1840886639" sldId="264"/>
            <ac:spMk id="9" creationId="{BACC6370-2D7E-4714-9D71-7542949D7D5D}"/>
          </ac:spMkLst>
        </pc:spChg>
        <pc:spChg chg="add">
          <ac:chgData name="Michele Mason" userId="4554f33240a8a24e" providerId="LiveId" clId="{B4798D4C-57CD-47E3-AEE5-42206D0E1986}" dt="2025-11-17T17:43:38.017" v="2581" actId="26606"/>
          <ac:spMkLst>
            <pc:docMk/>
            <pc:sldMk cId="1840886639" sldId="264"/>
            <ac:spMk id="11" creationId="{F68B3F68-107C-434F-AA38-110D5EA91B85}"/>
          </ac:spMkLst>
        </pc:spChg>
        <pc:spChg chg="add">
          <ac:chgData name="Michele Mason" userId="4554f33240a8a24e" providerId="LiveId" clId="{B4798D4C-57CD-47E3-AEE5-42206D0E1986}" dt="2025-11-17T17:43:38.017" v="2581" actId="26606"/>
          <ac:spMkLst>
            <pc:docMk/>
            <pc:sldMk cId="1840886639" sldId="264"/>
            <ac:spMk id="13" creationId="{AAD0DBB9-1A4B-4391-81D4-CB19F9AB918A}"/>
          </ac:spMkLst>
        </pc:spChg>
        <pc:spChg chg="add">
          <ac:chgData name="Michele Mason" userId="4554f33240a8a24e" providerId="LiveId" clId="{B4798D4C-57CD-47E3-AEE5-42206D0E1986}" dt="2025-11-17T17:43:38.017" v="2581" actId="26606"/>
          <ac:spMkLst>
            <pc:docMk/>
            <pc:sldMk cId="1840886639" sldId="264"/>
            <ac:spMk id="15" creationId="{063BBA22-50EA-4C4D-BE05-F1CE4E63AA56}"/>
          </ac:spMkLst>
        </pc:spChg>
        <pc:graphicFrameChg chg="add mod modGraphic">
          <ac:chgData name="Michele Mason" userId="4554f33240a8a24e" providerId="LiveId" clId="{B4798D4C-57CD-47E3-AEE5-42206D0E1986}" dt="2025-11-17T17:43:38.017" v="2581" actId="26606"/>
          <ac:graphicFrameMkLst>
            <pc:docMk/>
            <pc:sldMk cId="1840886639" sldId="264"/>
            <ac:graphicFrameMk id="4" creationId="{A7E69E4E-6F67-F512-5399-3CA28429E5E4}"/>
          </ac:graphicFrameMkLst>
        </pc:graphicFrameChg>
      </pc:sldChg>
      <pc:sldChg chg="addSp modSp del mod">
        <pc:chgData name="Michele Mason" userId="4554f33240a8a24e" providerId="LiveId" clId="{B4798D4C-57CD-47E3-AEE5-42206D0E1986}" dt="2025-11-17T18:22:08.335" v="3016" actId="2696"/>
        <pc:sldMkLst>
          <pc:docMk/>
          <pc:sldMk cId="1623971789" sldId="265"/>
        </pc:sldMkLst>
        <pc:spChg chg="mod">
          <ac:chgData name="Michele Mason" userId="4554f33240a8a24e" providerId="LiveId" clId="{B4798D4C-57CD-47E3-AEE5-42206D0E1986}" dt="2025-11-17T18:20:37.150" v="2950" actId="20577"/>
          <ac:spMkLst>
            <pc:docMk/>
            <pc:sldMk cId="1623971789" sldId="265"/>
            <ac:spMk id="2" creationId="{B9381251-32BB-9FB5-0AB5-A5A5D4AD23D0}"/>
          </ac:spMkLst>
        </pc:spChg>
        <pc:graphicFrameChg chg="add mod modGraphic">
          <ac:chgData name="Michele Mason" userId="4554f33240a8a24e" providerId="LiveId" clId="{B4798D4C-57CD-47E3-AEE5-42206D0E1986}" dt="2025-11-17T18:20:41.117" v="2951" actId="1076"/>
          <ac:graphicFrameMkLst>
            <pc:docMk/>
            <pc:sldMk cId="1623971789" sldId="265"/>
            <ac:graphicFrameMk id="3" creationId="{2D9BFA1D-DA72-FA13-9C7D-06DE86CE275A}"/>
          </ac:graphicFrameMkLst>
        </pc:graphicFrameChg>
      </pc:sldChg>
      <pc:sldChg chg="del">
        <pc:chgData name="Michele Mason" userId="4554f33240a8a24e" providerId="LiveId" clId="{B4798D4C-57CD-47E3-AEE5-42206D0E1986}" dt="2025-11-17T18:24:49.501" v="3022" actId="2696"/>
        <pc:sldMkLst>
          <pc:docMk/>
          <pc:sldMk cId="1021535876" sldId="266"/>
        </pc:sldMkLst>
      </pc:sldChg>
      <pc:sldChg chg="addSp delSp modSp mod setBg modClrScheme addAnim modAnim delDesignElem chgLayout modNotesTx">
        <pc:chgData name="Michele Mason" userId="4554f33240a8a24e" providerId="LiveId" clId="{B4798D4C-57CD-47E3-AEE5-42206D0E1986}" dt="2025-11-17T23:43:23.300" v="6119" actId="20577"/>
        <pc:sldMkLst>
          <pc:docMk/>
          <pc:sldMk cId="53520798" sldId="267"/>
        </pc:sldMkLst>
        <pc:spChg chg="mod ord">
          <ac:chgData name="Michele Mason" userId="4554f33240a8a24e" providerId="LiveId" clId="{B4798D4C-57CD-47E3-AEE5-42206D0E1986}" dt="2025-11-17T23:39:35.471" v="6049" actId="6549"/>
          <ac:spMkLst>
            <pc:docMk/>
            <pc:sldMk cId="53520798" sldId="267"/>
            <ac:spMk id="2" creationId="{784688D9-1526-F29A-5B27-F189E7424DC9}"/>
          </ac:spMkLst>
        </pc:spChg>
        <pc:spChg chg="add del mod ord">
          <ac:chgData name="Michele Mason" userId="4554f33240a8a24e" providerId="LiveId" clId="{B4798D4C-57CD-47E3-AEE5-42206D0E1986}" dt="2025-11-17T23:26:59.721" v="5304" actId="700"/>
          <ac:spMkLst>
            <pc:docMk/>
            <pc:sldMk cId="53520798" sldId="267"/>
            <ac:spMk id="3" creationId="{96BEB946-1E26-649B-05B0-8FA530A2B48E}"/>
          </ac:spMkLst>
        </pc:spChg>
        <pc:spChg chg="add mod ord">
          <ac:chgData name="Michele Mason" userId="4554f33240a8a24e" providerId="LiveId" clId="{B4798D4C-57CD-47E3-AEE5-42206D0E1986}" dt="2025-11-17T23:43:23.300" v="6119" actId="20577"/>
          <ac:spMkLst>
            <pc:docMk/>
            <pc:sldMk cId="53520798" sldId="267"/>
            <ac:spMk id="4" creationId="{3FBD44C8-8115-CF4A-D830-6D70453E12DC}"/>
          </ac:spMkLst>
        </pc:spChg>
        <pc:spChg chg="add del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6" creationId="{1B15ED52-F352-441B-82BF-E0EA34836D08}"/>
          </ac:spMkLst>
        </pc:spChg>
        <pc:spChg chg="add del">
          <ac:chgData name="Michele Mason" userId="4554f33240a8a24e" providerId="LiveId" clId="{B4798D4C-57CD-47E3-AEE5-42206D0E1986}" dt="2025-11-17T23:27:12.270" v="5306" actId="700"/>
          <ac:spMkLst>
            <pc:docMk/>
            <pc:sldMk cId="53520798" sldId="267"/>
            <ac:spMk id="7" creationId="{6F5A5072-7B47-4D32-B52A-4EBBF590B8A5}"/>
          </ac:spMkLst>
        </pc:spChg>
        <pc:spChg chg="add del">
          <ac:chgData name="Michele Mason" userId="4554f33240a8a24e" providerId="LiveId" clId="{B4798D4C-57CD-47E3-AEE5-42206D0E1986}" dt="2025-11-17T23:26:42.200" v="5295" actId="26606"/>
          <ac:spMkLst>
            <pc:docMk/>
            <pc:sldMk cId="53520798" sldId="267"/>
            <ac:spMk id="8" creationId="{1B15ED52-F352-441B-82BF-E0EA34836D08}"/>
          </ac:spMkLst>
        </pc:spChg>
        <pc:spChg chg="add del">
          <ac:chgData name="Michele Mason" userId="4554f33240a8a24e" providerId="LiveId" clId="{B4798D4C-57CD-47E3-AEE5-42206D0E1986}" dt="2025-11-17T23:27:12.270" v="5306" actId="700"/>
          <ac:spMkLst>
            <pc:docMk/>
            <pc:sldMk cId="53520798" sldId="267"/>
            <ac:spMk id="9" creationId="{9715DAF0-AE1B-46C9-8A6B-DB2AA05AB91D}"/>
          </ac:spMkLst>
        </pc:spChg>
        <pc:spChg chg="add del">
          <ac:chgData name="Michele Mason" userId="4554f33240a8a24e" providerId="LiveId" clId="{B4798D4C-57CD-47E3-AEE5-42206D0E1986}" dt="2025-11-17T23:26:42.200" v="5295" actId="26606"/>
          <ac:spMkLst>
            <pc:docMk/>
            <pc:sldMk cId="53520798" sldId="267"/>
            <ac:spMk id="10" creationId="{3B2E3793-BFE6-45A2-9B7B-E18844431C99}"/>
          </ac:spMkLst>
        </pc:spChg>
        <pc:spChg chg="add del">
          <ac:chgData name="Michele Mason" userId="4554f33240a8a24e" providerId="LiveId" clId="{B4798D4C-57CD-47E3-AEE5-42206D0E1986}" dt="2025-11-17T23:27:12.270" v="5306" actId="700"/>
          <ac:spMkLst>
            <pc:docMk/>
            <pc:sldMk cId="53520798" sldId="267"/>
            <ac:spMk id="11" creationId="{6016219D-510E-4184-9090-6D5578A87BD1}"/>
          </ac:spMkLst>
        </pc:spChg>
        <pc:spChg chg="add del">
          <ac:chgData name="Michele Mason" userId="4554f33240a8a24e" providerId="LiveId" clId="{B4798D4C-57CD-47E3-AEE5-42206D0E1986}" dt="2025-11-17T23:26:42.200" v="5295" actId="26606"/>
          <ac:spMkLst>
            <pc:docMk/>
            <pc:sldMk cId="53520798" sldId="267"/>
            <ac:spMk id="12" creationId="{BC4C4868-CB8F-4AF9-9CDB-8108F2C19B67}"/>
          </ac:spMkLst>
        </pc:spChg>
        <pc:spChg chg="add del">
          <ac:chgData name="Michele Mason" userId="4554f33240a8a24e" providerId="LiveId" clId="{B4798D4C-57CD-47E3-AEE5-42206D0E1986}" dt="2025-11-17T23:27:12.270" v="5306" actId="700"/>
          <ac:spMkLst>
            <pc:docMk/>
            <pc:sldMk cId="53520798" sldId="267"/>
            <ac:spMk id="13" creationId="{AFF4A713-7B75-4B21-90D7-5AB19547C728}"/>
          </ac:spMkLst>
        </pc:spChg>
        <pc:spChg chg="add del">
          <ac:chgData name="Michele Mason" userId="4554f33240a8a24e" providerId="LiveId" clId="{B4798D4C-57CD-47E3-AEE5-42206D0E1986}" dt="2025-11-17T23:26:42.200" v="5295" actId="26606"/>
          <ac:spMkLst>
            <pc:docMk/>
            <pc:sldMk cId="53520798" sldId="267"/>
            <ac:spMk id="14" creationId="{375E0459-6403-40CD-989D-56A4407CA12E}"/>
          </ac:spMkLst>
        </pc:spChg>
        <pc:spChg chg="add del">
          <ac:chgData name="Michele Mason" userId="4554f33240a8a24e" providerId="LiveId" clId="{B4798D4C-57CD-47E3-AEE5-42206D0E1986}" dt="2025-11-17T23:27:12.270" v="5306" actId="700"/>
          <ac:spMkLst>
            <pc:docMk/>
            <pc:sldMk cId="53520798" sldId="267"/>
            <ac:spMk id="15" creationId="{DC631C0B-6DA6-4E57-8231-CE32B3434A7E}"/>
          </ac:spMkLst>
        </pc:spChg>
        <pc:spChg chg="add del">
          <ac:chgData name="Michele Mason" userId="4554f33240a8a24e" providerId="LiveId" clId="{B4798D4C-57CD-47E3-AEE5-42206D0E1986}" dt="2025-11-17T23:26:42.200" v="5295" actId="26606"/>
          <ac:spMkLst>
            <pc:docMk/>
            <pc:sldMk cId="53520798" sldId="267"/>
            <ac:spMk id="16" creationId="{53E5B1A8-3AC9-4BD1-9BBC-78CA94F2D1BA}"/>
          </ac:spMkLst>
        </pc:spChg>
        <pc:spChg chg="add del">
          <ac:chgData name="Michele Mason" userId="4554f33240a8a24e" providerId="LiveId" clId="{B4798D4C-57CD-47E3-AEE5-42206D0E1986}" dt="2025-11-17T23:27:12.270" v="5306" actId="700"/>
          <ac:spMkLst>
            <pc:docMk/>
            <pc:sldMk cId="53520798" sldId="267"/>
            <ac:spMk id="17" creationId="{C29501E6-A978-4A61-9689-9085AF97A53A}"/>
          </ac:spMkLst>
        </pc:spChg>
        <pc:spChg chg="add del">
          <ac:chgData name="Michele Mason" userId="4554f33240a8a24e" providerId="LiveId" clId="{B4798D4C-57CD-47E3-AEE5-42206D0E1986}" dt="2025-11-17T23:26:59.183" v="5303" actId="26606"/>
          <ac:spMkLst>
            <pc:docMk/>
            <pc:sldMk cId="53520798" sldId="267"/>
            <ac:spMk id="18" creationId="{70DFC902-7D23-471A-B557-B6B6917D7A0D}"/>
          </ac:spMkLst>
        </pc:spChg>
        <pc:spChg chg="add del">
          <ac:chgData name="Michele Mason" userId="4554f33240a8a24e" providerId="LiveId" clId="{B4798D4C-57CD-47E3-AEE5-42206D0E1986}" dt="2025-11-17T23:26:59.183" v="5303" actId="26606"/>
          <ac:spMkLst>
            <pc:docMk/>
            <pc:sldMk cId="53520798" sldId="267"/>
            <ac:spMk id="19" creationId="{A55D5633-D557-4DCA-982C-FF36EB7A1C00}"/>
          </ac:spMkLst>
        </pc:spChg>
        <pc:spChg chg="add del">
          <ac:chgData name="Michele Mason" userId="4554f33240a8a24e" providerId="LiveId" clId="{B4798D4C-57CD-47E3-AEE5-42206D0E1986}" dt="2025-11-17T23:26:59.183" v="5303" actId="26606"/>
          <ac:spMkLst>
            <pc:docMk/>
            <pc:sldMk cId="53520798" sldId="267"/>
            <ac:spMk id="20" creationId="{450D3AD2-FA80-415F-A9CE-54D884561CD7}"/>
          </ac:spMkLst>
        </pc:spChg>
        <pc:spChg chg="add del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21" creationId="{3B2E3793-BFE6-45A2-9B7B-E18844431C99}"/>
          </ac:spMkLst>
        </pc:spChg>
        <pc:spChg chg="add del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22" creationId="{BC4C4868-CB8F-4AF9-9CDB-8108F2C19B67}"/>
          </ac:spMkLst>
        </pc:spChg>
        <pc:spChg chg="add del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23" creationId="{375E0459-6403-40CD-989D-56A4407CA12E}"/>
          </ac:spMkLst>
        </pc:spChg>
        <pc:spChg chg="add del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24" creationId="{53E5B1A8-3AC9-4BD1-9BBC-78CA94F2D1BA}"/>
          </ac:spMkLst>
        </pc:spChg>
        <pc:spChg chg="add del">
          <ac:chgData name="Michele Mason" userId="4554f33240a8a24e" providerId="LiveId" clId="{B4798D4C-57CD-47E3-AEE5-42206D0E1986}" dt="2025-11-17T23:27:49.734" v="5310" actId="26606"/>
          <ac:spMkLst>
            <pc:docMk/>
            <pc:sldMk cId="53520798" sldId="267"/>
            <ac:spMk id="29" creationId="{70DFC902-7D23-471A-B557-B6B6917D7A0D}"/>
          </ac:spMkLst>
        </pc:spChg>
        <pc:spChg chg="add del">
          <ac:chgData name="Michele Mason" userId="4554f33240a8a24e" providerId="LiveId" clId="{B4798D4C-57CD-47E3-AEE5-42206D0E1986}" dt="2025-11-17T23:27:49.734" v="5310" actId="26606"/>
          <ac:spMkLst>
            <pc:docMk/>
            <pc:sldMk cId="53520798" sldId="267"/>
            <ac:spMk id="31" creationId="{A55D5633-D557-4DCA-982C-FF36EB7A1C00}"/>
          </ac:spMkLst>
        </pc:spChg>
        <pc:spChg chg="add del">
          <ac:chgData name="Michele Mason" userId="4554f33240a8a24e" providerId="LiveId" clId="{B4798D4C-57CD-47E3-AEE5-42206D0E1986}" dt="2025-11-17T23:27:49.734" v="5310" actId="26606"/>
          <ac:spMkLst>
            <pc:docMk/>
            <pc:sldMk cId="53520798" sldId="267"/>
            <ac:spMk id="33" creationId="{450D3AD2-FA80-415F-A9CE-54D884561CD7}"/>
          </ac:spMkLst>
        </pc:spChg>
        <pc:spChg chg="add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35" creationId="{375E0459-6403-40CD-989D-56A4407CA12E}"/>
          </ac:spMkLst>
        </pc:spChg>
        <pc:spChg chg="add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36" creationId="{1B15ED52-F352-441B-82BF-E0EA34836D08}"/>
          </ac:spMkLst>
        </pc:spChg>
        <pc:spChg chg="add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37" creationId="{53E5B1A8-3AC9-4BD1-9BBC-78CA94F2D1BA}"/>
          </ac:spMkLst>
        </pc:spChg>
        <pc:spChg chg="add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38" creationId="{3B2E3793-BFE6-45A2-9B7B-E18844431C99}"/>
          </ac:spMkLst>
        </pc:spChg>
        <pc:spChg chg="add">
          <ac:chgData name="Michele Mason" userId="4554f33240a8a24e" providerId="LiveId" clId="{B4798D4C-57CD-47E3-AEE5-42206D0E1986}" dt="2025-11-17T23:27:49.750" v="5311" actId="26606"/>
          <ac:spMkLst>
            <pc:docMk/>
            <pc:sldMk cId="53520798" sldId="267"/>
            <ac:spMk id="39" creationId="{BC4C4868-CB8F-4AF9-9CDB-8108F2C19B67}"/>
          </ac:spMkLst>
        </pc:spChg>
        <pc:graphicFrameChg chg="add mod">
          <ac:chgData name="Michele Mason" userId="4554f33240a8a24e" providerId="LiveId" clId="{B4798D4C-57CD-47E3-AEE5-42206D0E1986}" dt="2025-11-17T23:41:39.009" v="6115" actId="1076"/>
          <ac:graphicFrameMkLst>
            <pc:docMk/>
            <pc:sldMk cId="53520798" sldId="267"/>
            <ac:graphicFrameMk id="5" creationId="{D4D30ADC-C71B-D303-FF07-F1E9CE2439B2}"/>
          </ac:graphicFrameMkLst>
        </pc:graphicFrameChg>
        <pc:graphicFrameChg chg="add mod">
          <ac:chgData name="Michele Mason" userId="4554f33240a8a24e" providerId="LiveId" clId="{B4798D4C-57CD-47E3-AEE5-42206D0E1986}" dt="2025-11-17T23:37:32.965" v="5951" actId="1076"/>
          <ac:graphicFrameMkLst>
            <pc:docMk/>
            <pc:sldMk cId="53520798" sldId="267"/>
            <ac:graphicFrameMk id="25" creationId="{A0D445F9-FDD6-DDDD-B300-E0B226B154B8}"/>
          </ac:graphicFrameMkLst>
        </pc:graphicFrameChg>
        <pc:graphicFrameChg chg="add mod">
          <ac:chgData name="Michele Mason" userId="4554f33240a8a24e" providerId="LiveId" clId="{B4798D4C-57CD-47E3-AEE5-42206D0E1986}" dt="2025-11-17T23:41:42.882" v="6116" actId="1076"/>
          <ac:graphicFrameMkLst>
            <pc:docMk/>
            <pc:sldMk cId="53520798" sldId="267"/>
            <ac:graphicFrameMk id="26" creationId="{5A66C008-5F3C-C433-238D-DBC00DCFC293}"/>
          </ac:graphicFrameMkLst>
        </pc:graphicFrameChg>
      </pc:sldChg>
      <pc:sldChg chg="addSp delSp modSp add del mod modClrScheme chgLayout">
        <pc:chgData name="Michele Mason" userId="4554f33240a8a24e" providerId="LiveId" clId="{B4798D4C-57CD-47E3-AEE5-42206D0E1986}" dt="2025-11-17T15:54:34.151" v="940" actId="2696"/>
        <pc:sldMkLst>
          <pc:docMk/>
          <pc:sldMk cId="1493386164" sldId="268"/>
        </pc:sldMkLst>
        <pc:spChg chg="mod ord">
          <ac:chgData name="Michele Mason" userId="4554f33240a8a24e" providerId="LiveId" clId="{B4798D4C-57CD-47E3-AEE5-42206D0E1986}" dt="2025-11-17T15:49:59.284" v="565" actId="700"/>
          <ac:spMkLst>
            <pc:docMk/>
            <pc:sldMk cId="1493386164" sldId="268"/>
            <ac:spMk id="2" creationId="{AEB330A7-CA04-68EC-B12C-8C06BFEABC30}"/>
          </ac:spMkLst>
        </pc:spChg>
        <pc:spChg chg="add del mod ord">
          <ac:chgData name="Michele Mason" userId="4554f33240a8a24e" providerId="LiveId" clId="{B4798D4C-57CD-47E3-AEE5-42206D0E1986}" dt="2025-11-17T15:49:49.555" v="564" actId="700"/>
          <ac:spMkLst>
            <pc:docMk/>
            <pc:sldMk cId="1493386164" sldId="268"/>
            <ac:spMk id="3" creationId="{CC07E246-591A-9B14-F2C6-F6F44CAE08FF}"/>
          </ac:spMkLst>
        </pc:spChg>
        <pc:spChg chg="add mod ord">
          <ac:chgData name="Michele Mason" userId="4554f33240a8a24e" providerId="LiveId" clId="{B4798D4C-57CD-47E3-AEE5-42206D0E1986}" dt="2025-11-17T15:53:27.784" v="923" actId="20577"/>
          <ac:spMkLst>
            <pc:docMk/>
            <pc:sldMk cId="1493386164" sldId="268"/>
            <ac:spMk id="4" creationId="{546D44F1-A953-3291-2238-DB0464463C2B}"/>
          </ac:spMkLst>
        </pc:spChg>
      </pc:sldChg>
      <pc:sldChg chg="addSp delSp modSp new del mod modClrScheme chgLayout modNotesTx">
        <pc:chgData name="Michele Mason" userId="4554f33240a8a24e" providerId="LiveId" clId="{B4798D4C-57CD-47E3-AEE5-42206D0E1986}" dt="2025-11-17T22:50:41.111" v="3685" actId="2696"/>
        <pc:sldMkLst>
          <pc:docMk/>
          <pc:sldMk cId="2687103929" sldId="269"/>
        </pc:sldMkLst>
        <pc:spChg chg="del mod ord">
          <ac:chgData name="Michele Mason" userId="4554f33240a8a24e" providerId="LiveId" clId="{B4798D4C-57CD-47E3-AEE5-42206D0E1986}" dt="2025-11-17T15:54:07.242" v="925" actId="700"/>
          <ac:spMkLst>
            <pc:docMk/>
            <pc:sldMk cId="2687103929" sldId="269"/>
            <ac:spMk id="2" creationId="{EA371190-B4C0-18C6-A743-94427C5B3780}"/>
          </ac:spMkLst>
        </pc:spChg>
        <pc:spChg chg="del mod ord">
          <ac:chgData name="Michele Mason" userId="4554f33240a8a24e" providerId="LiveId" clId="{B4798D4C-57CD-47E3-AEE5-42206D0E1986}" dt="2025-11-17T15:54:07.242" v="925" actId="700"/>
          <ac:spMkLst>
            <pc:docMk/>
            <pc:sldMk cId="2687103929" sldId="269"/>
            <ac:spMk id="3" creationId="{855ED38A-EB60-9420-96EC-442FC426E3B2}"/>
          </ac:spMkLst>
        </pc:spChg>
        <pc:spChg chg="add mod ord">
          <ac:chgData name="Michele Mason" userId="4554f33240a8a24e" providerId="LiveId" clId="{B4798D4C-57CD-47E3-AEE5-42206D0E1986}" dt="2025-11-17T15:54:15.684" v="938" actId="20577"/>
          <ac:spMkLst>
            <pc:docMk/>
            <pc:sldMk cId="2687103929" sldId="269"/>
            <ac:spMk id="4" creationId="{1D6B96F1-1A90-7071-CCA1-C3E554F5DB1F}"/>
          </ac:spMkLst>
        </pc:spChg>
        <pc:spChg chg="add mod ord">
          <ac:chgData name="Michele Mason" userId="4554f33240a8a24e" providerId="LiveId" clId="{B4798D4C-57CD-47E3-AEE5-42206D0E1986}" dt="2025-11-17T15:55:33.378" v="996" actId="27636"/>
          <ac:spMkLst>
            <pc:docMk/>
            <pc:sldMk cId="2687103929" sldId="269"/>
            <ac:spMk id="5" creationId="{8A20F5F9-ABED-9B1D-E6CC-66FF03B7E57F}"/>
          </ac:spMkLst>
        </pc:spChg>
        <pc:spChg chg="add mod ord">
          <ac:chgData name="Michele Mason" userId="4554f33240a8a24e" providerId="LiveId" clId="{B4798D4C-57CD-47E3-AEE5-42206D0E1986}" dt="2025-11-17T15:56:20.284" v="1013" actId="20577"/>
          <ac:spMkLst>
            <pc:docMk/>
            <pc:sldMk cId="2687103929" sldId="269"/>
            <ac:spMk id="6" creationId="{E440613D-1AE8-3740-ADF6-C73A8FA606C5}"/>
          </ac:spMkLst>
        </pc:spChg>
      </pc:sldChg>
      <pc:sldChg chg="addSp delSp modSp add del mod modClrScheme chgLayout">
        <pc:chgData name="Michele Mason" userId="4554f33240a8a24e" providerId="LiveId" clId="{B4798D4C-57CD-47E3-AEE5-42206D0E1986}" dt="2025-11-17T17:27:45.068" v="2364" actId="2696"/>
        <pc:sldMkLst>
          <pc:docMk/>
          <pc:sldMk cId="4246662920" sldId="270"/>
        </pc:sldMkLst>
        <pc:spChg chg="mod ord">
          <ac:chgData name="Michele Mason" userId="4554f33240a8a24e" providerId="LiveId" clId="{B4798D4C-57CD-47E3-AEE5-42206D0E1986}" dt="2025-11-17T17:18:00.960" v="2148" actId="700"/>
          <ac:spMkLst>
            <pc:docMk/>
            <pc:sldMk cId="4246662920" sldId="270"/>
            <ac:spMk id="2" creationId="{DD8DE6ED-20AC-FBB8-CF4F-B0E6DEFCA059}"/>
          </ac:spMkLst>
        </pc:spChg>
        <pc:spChg chg="del mod ord">
          <ac:chgData name="Michele Mason" userId="4554f33240a8a24e" providerId="LiveId" clId="{B4798D4C-57CD-47E3-AEE5-42206D0E1986}" dt="2025-11-17T17:18:00.960" v="2148" actId="700"/>
          <ac:spMkLst>
            <pc:docMk/>
            <pc:sldMk cId="4246662920" sldId="270"/>
            <ac:spMk id="3" creationId="{5FB35674-D116-7B77-8AA1-67F0771DD595}"/>
          </ac:spMkLst>
        </pc:spChg>
        <pc:spChg chg="add mod ord">
          <ac:chgData name="Michele Mason" userId="4554f33240a8a24e" providerId="LiveId" clId="{B4798D4C-57CD-47E3-AEE5-42206D0E1986}" dt="2025-11-17T17:22:19.500" v="2228" actId="20577"/>
          <ac:spMkLst>
            <pc:docMk/>
            <pc:sldMk cId="4246662920" sldId="270"/>
            <ac:spMk id="4" creationId="{F034A298-D53D-78E7-AE08-DD58ABC73DDC}"/>
          </ac:spMkLst>
        </pc:spChg>
        <pc:spChg chg="add mod ord">
          <ac:chgData name="Michele Mason" userId="4554f33240a8a24e" providerId="LiveId" clId="{B4798D4C-57CD-47E3-AEE5-42206D0E1986}" dt="2025-11-17T17:24:49.567" v="2267" actId="5793"/>
          <ac:spMkLst>
            <pc:docMk/>
            <pc:sldMk cId="4246662920" sldId="270"/>
            <ac:spMk id="5" creationId="{BF71552D-B57A-A6BF-8D43-8BB62D8F793D}"/>
          </ac:spMkLst>
        </pc:spChg>
        <pc:spChg chg="add mod ord">
          <ac:chgData name="Michele Mason" userId="4554f33240a8a24e" providerId="LiveId" clId="{B4798D4C-57CD-47E3-AEE5-42206D0E1986}" dt="2025-11-17T17:23:18.167" v="2258" actId="20577"/>
          <ac:spMkLst>
            <pc:docMk/>
            <pc:sldMk cId="4246662920" sldId="270"/>
            <ac:spMk id="6" creationId="{3255221D-3384-AB28-F4A7-4DB4A8F872A4}"/>
          </ac:spMkLst>
        </pc:spChg>
        <pc:spChg chg="add mod ord">
          <ac:chgData name="Michele Mason" userId="4554f33240a8a24e" providerId="LiveId" clId="{B4798D4C-57CD-47E3-AEE5-42206D0E1986}" dt="2025-11-17T17:23:22.079" v="2259" actId="5793"/>
          <ac:spMkLst>
            <pc:docMk/>
            <pc:sldMk cId="4246662920" sldId="270"/>
            <ac:spMk id="7" creationId="{4D363F93-C1C1-4B2C-A8DF-F4E3FAF3FBF9}"/>
          </ac:spMkLst>
        </pc:spChg>
        <pc:graphicFrameChg chg="add mod modGraphic">
          <ac:chgData name="Michele Mason" userId="4554f33240a8a24e" providerId="LiveId" clId="{B4798D4C-57CD-47E3-AEE5-42206D0E1986}" dt="2025-11-17T17:23:45.317" v="2265" actId="1076"/>
          <ac:graphicFrameMkLst>
            <pc:docMk/>
            <pc:sldMk cId="4246662920" sldId="270"/>
            <ac:graphicFrameMk id="8" creationId="{C1C1396B-15CD-09FA-5F37-92219A158420}"/>
          </ac:graphicFrameMkLst>
        </pc:graphicFrameChg>
      </pc:sldChg>
      <pc:sldChg chg="modSp add del mod modNotesTx">
        <pc:chgData name="Michele Mason" userId="4554f33240a8a24e" providerId="LiveId" clId="{B4798D4C-57CD-47E3-AEE5-42206D0E1986}" dt="2025-11-17T17:59:50.167" v="2784" actId="2696"/>
        <pc:sldMkLst>
          <pc:docMk/>
          <pc:sldMk cId="2878056694" sldId="271"/>
        </pc:sldMkLst>
        <pc:spChg chg="mod">
          <ac:chgData name="Michele Mason" userId="4554f33240a8a24e" providerId="LiveId" clId="{B4798D4C-57CD-47E3-AEE5-42206D0E1986}" dt="2025-11-17T17:27:05.983" v="2363" actId="1076"/>
          <ac:spMkLst>
            <pc:docMk/>
            <pc:sldMk cId="2878056694" sldId="271"/>
            <ac:spMk id="5" creationId="{741FB199-26D9-C755-42CE-F4AE5F4D7D1F}"/>
          </ac:spMkLst>
        </pc:spChg>
      </pc:sldChg>
      <pc:sldChg chg="addSp delSp modSp add del mod modClrScheme chgLayout modNotesTx">
        <pc:chgData name="Michele Mason" userId="4554f33240a8a24e" providerId="LiveId" clId="{B4798D4C-57CD-47E3-AEE5-42206D0E1986}" dt="2025-11-17T17:49:38.817" v="2654" actId="2696"/>
        <pc:sldMkLst>
          <pc:docMk/>
          <pc:sldMk cId="569482387" sldId="272"/>
        </pc:sldMkLst>
        <pc:spChg chg="mod ord">
          <ac:chgData name="Michele Mason" userId="4554f33240a8a24e" providerId="LiveId" clId="{B4798D4C-57CD-47E3-AEE5-42206D0E1986}" dt="2025-11-17T17:28:24.151" v="2367" actId="700"/>
          <ac:spMkLst>
            <pc:docMk/>
            <pc:sldMk cId="569482387" sldId="272"/>
            <ac:spMk id="2" creationId="{DE29D510-DBA0-7059-0C67-EC0810CCF4CB}"/>
          </ac:spMkLst>
        </pc:spChg>
        <pc:spChg chg="del mod ord">
          <ac:chgData name="Michele Mason" userId="4554f33240a8a24e" providerId="LiveId" clId="{B4798D4C-57CD-47E3-AEE5-42206D0E1986}" dt="2025-11-17T17:28:24.151" v="2367" actId="700"/>
          <ac:spMkLst>
            <pc:docMk/>
            <pc:sldMk cId="569482387" sldId="272"/>
            <ac:spMk id="3" creationId="{B1C55AE8-F1EF-5290-0D7B-510FED32D0E5}"/>
          </ac:spMkLst>
        </pc:spChg>
        <pc:spChg chg="add mod ord">
          <ac:chgData name="Michele Mason" userId="4554f33240a8a24e" providerId="LiveId" clId="{B4798D4C-57CD-47E3-AEE5-42206D0E1986}" dt="2025-11-17T17:30:06.500" v="2381" actId="20577"/>
          <ac:spMkLst>
            <pc:docMk/>
            <pc:sldMk cId="569482387" sldId="272"/>
            <ac:spMk id="4" creationId="{3F27E3ED-81E6-BA3C-FFD3-5FC1163BC9A8}"/>
          </ac:spMkLst>
        </pc:spChg>
        <pc:spChg chg="add mod ord">
          <ac:chgData name="Michele Mason" userId="4554f33240a8a24e" providerId="LiveId" clId="{B4798D4C-57CD-47E3-AEE5-42206D0E1986}" dt="2025-11-17T17:48:03.404" v="2645" actId="27636"/>
          <ac:spMkLst>
            <pc:docMk/>
            <pc:sldMk cId="569482387" sldId="272"/>
            <ac:spMk id="5" creationId="{513CA3F9-C782-5E55-275D-A01D1E70C8D3}"/>
          </ac:spMkLst>
        </pc:spChg>
        <pc:spChg chg="add mod ord">
          <ac:chgData name="Michele Mason" userId="4554f33240a8a24e" providerId="LiveId" clId="{B4798D4C-57CD-47E3-AEE5-42206D0E1986}" dt="2025-11-17T17:33:14.817" v="2404" actId="20577"/>
          <ac:spMkLst>
            <pc:docMk/>
            <pc:sldMk cId="569482387" sldId="272"/>
            <ac:spMk id="6" creationId="{7CBBC3B8-A190-83C6-1B23-2EBB8C39174D}"/>
          </ac:spMkLst>
        </pc:spChg>
        <pc:spChg chg="add del mod ord">
          <ac:chgData name="Michele Mason" userId="4554f33240a8a24e" providerId="LiveId" clId="{B4798D4C-57CD-47E3-AEE5-42206D0E1986}" dt="2025-11-17T17:33:00.250" v="2383"/>
          <ac:spMkLst>
            <pc:docMk/>
            <pc:sldMk cId="569482387" sldId="272"/>
            <ac:spMk id="7" creationId="{92168DB4-4474-0E4B-06B7-444A8881F8C3}"/>
          </ac:spMkLst>
        </pc:spChg>
        <pc:graphicFrameChg chg="add mod">
          <ac:chgData name="Michele Mason" userId="4554f33240a8a24e" providerId="LiveId" clId="{B4798D4C-57CD-47E3-AEE5-42206D0E1986}" dt="2025-11-17T17:33:31" v="2405" actId="1076"/>
          <ac:graphicFrameMkLst>
            <pc:docMk/>
            <pc:sldMk cId="569482387" sldId="272"/>
            <ac:graphicFrameMk id="8" creationId="{C0AB6E55-FD53-8642-417C-0B5BCDDC9BC3}"/>
          </ac:graphicFrameMkLst>
        </pc:graphicFrameChg>
      </pc:sldChg>
      <pc:sldChg chg="addSp delSp modSp add mod setBg modClrScheme chgLayout modNotesTx">
        <pc:chgData name="Michele Mason" userId="4554f33240a8a24e" providerId="LiveId" clId="{B4798D4C-57CD-47E3-AEE5-42206D0E1986}" dt="2025-11-17T23:11:27.817" v="4734" actId="20577"/>
        <pc:sldMkLst>
          <pc:docMk/>
          <pc:sldMk cId="236561781" sldId="273"/>
        </pc:sldMkLst>
        <pc:spChg chg="mod ord">
          <ac:chgData name="Michele Mason" userId="4554f33240a8a24e" providerId="LiveId" clId="{B4798D4C-57CD-47E3-AEE5-42206D0E1986}" dt="2025-11-17T18:14:58.534" v="2912" actId="26606"/>
          <ac:spMkLst>
            <pc:docMk/>
            <pc:sldMk cId="236561781" sldId="273"/>
            <ac:spMk id="2" creationId="{DDBCB379-BC30-5DC7-7AC7-7FC49EFBF0A0}"/>
          </ac:spMkLst>
        </pc:spChg>
        <pc:spChg chg="del mod">
          <ac:chgData name="Michele Mason" userId="4554f33240a8a24e" providerId="LiveId" clId="{B4798D4C-57CD-47E3-AEE5-42206D0E1986}" dt="2025-11-17T17:47:55.841" v="2643" actId="700"/>
          <ac:spMkLst>
            <pc:docMk/>
            <pc:sldMk cId="236561781" sldId="273"/>
            <ac:spMk id="4" creationId="{6B65E57A-17AA-C3A0-82B9-2967E41A451F}"/>
          </ac:spMkLst>
        </pc:spChg>
        <pc:spChg chg="del mod ord">
          <ac:chgData name="Michele Mason" userId="4554f33240a8a24e" providerId="LiveId" clId="{B4798D4C-57CD-47E3-AEE5-42206D0E1986}" dt="2025-11-17T17:47:55.841" v="2643" actId="700"/>
          <ac:spMkLst>
            <pc:docMk/>
            <pc:sldMk cId="236561781" sldId="273"/>
            <ac:spMk id="5" creationId="{227DC216-8D7F-8762-69E5-230F9EBEDBE4}"/>
          </ac:spMkLst>
        </pc:spChg>
        <pc:spChg chg="del mod">
          <ac:chgData name="Michele Mason" userId="4554f33240a8a24e" providerId="LiveId" clId="{B4798D4C-57CD-47E3-AEE5-42206D0E1986}" dt="2025-11-17T17:47:55.841" v="2643" actId="700"/>
          <ac:spMkLst>
            <pc:docMk/>
            <pc:sldMk cId="236561781" sldId="273"/>
            <ac:spMk id="6" creationId="{00942AF6-211C-0E43-97AC-CFFACFD9A6A0}"/>
          </ac:spMkLst>
        </pc:spChg>
        <pc:spChg chg="add del mod">
          <ac:chgData name="Michele Mason" userId="4554f33240a8a24e" providerId="LiveId" clId="{B4798D4C-57CD-47E3-AEE5-42206D0E1986}" dt="2025-11-17T17:47:55.841" v="2643" actId="700"/>
          <ac:spMkLst>
            <pc:docMk/>
            <pc:sldMk cId="236561781" sldId="273"/>
            <ac:spMk id="7" creationId="{2D3160D9-7969-B3B6-4FD3-901CA079A522}"/>
          </ac:spMkLst>
        </pc:spChg>
        <pc:spChg chg="add del mod ord">
          <ac:chgData name="Michele Mason" userId="4554f33240a8a24e" providerId="LiveId" clId="{B4798D4C-57CD-47E3-AEE5-42206D0E1986}" dt="2025-11-17T17:49:09.800" v="2653" actId="26606"/>
          <ac:spMkLst>
            <pc:docMk/>
            <pc:sldMk cId="236561781" sldId="273"/>
            <ac:spMk id="9" creationId="{7517D269-5722-2ACC-97F9-737B66037857}"/>
          </ac:spMkLst>
        </pc:spChg>
        <pc:spChg chg="add del">
          <ac:chgData name="Michele Mason" userId="4554f33240a8a24e" providerId="LiveId" clId="{B4798D4C-57CD-47E3-AEE5-42206D0E1986}" dt="2025-11-17T17:48:11.967" v="2647" actId="22"/>
          <ac:spMkLst>
            <pc:docMk/>
            <pc:sldMk cId="236561781" sldId="273"/>
            <ac:spMk id="11" creationId="{9A119F57-5077-DB06-3B09-B6B68A6E3CD2}"/>
          </ac:spMkLst>
        </pc:spChg>
        <pc:spChg chg="add del mod">
          <ac:chgData name="Michele Mason" userId="4554f33240a8a24e" providerId="LiveId" clId="{B4798D4C-57CD-47E3-AEE5-42206D0E1986}" dt="2025-11-17T17:51:36.021" v="2753" actId="478"/>
          <ac:spMkLst>
            <pc:docMk/>
            <pc:sldMk cId="236561781" sldId="273"/>
            <ac:spMk id="14" creationId="{7474FDDA-572F-9C9C-C168-CD262C935F2E}"/>
          </ac:spMkLst>
        </pc:spChg>
        <pc:spChg chg="add del">
          <ac:chgData name="Michele Mason" userId="4554f33240a8a24e" providerId="LiveId" clId="{B4798D4C-57CD-47E3-AEE5-42206D0E1986}" dt="2025-11-17T17:52:45.400" v="2780" actId="26606"/>
          <ac:spMkLst>
            <pc:docMk/>
            <pc:sldMk cId="236561781" sldId="273"/>
            <ac:spMk id="15" creationId="{BACC6370-2D7E-4714-9D71-7542949D7D5D}"/>
          </ac:spMkLst>
        </pc:spChg>
        <pc:spChg chg="add del">
          <ac:chgData name="Michele Mason" userId="4554f33240a8a24e" providerId="LiveId" clId="{B4798D4C-57CD-47E3-AEE5-42206D0E1986}" dt="2025-11-17T17:52:45.400" v="2780" actId="26606"/>
          <ac:spMkLst>
            <pc:docMk/>
            <pc:sldMk cId="236561781" sldId="273"/>
            <ac:spMk id="17" creationId="{F68B3F68-107C-434F-AA38-110D5EA91B85}"/>
          </ac:spMkLst>
        </pc:spChg>
        <pc:spChg chg="add del">
          <ac:chgData name="Michele Mason" userId="4554f33240a8a24e" providerId="LiveId" clId="{B4798D4C-57CD-47E3-AEE5-42206D0E1986}" dt="2025-11-17T17:52:45.400" v="2780" actId="26606"/>
          <ac:spMkLst>
            <pc:docMk/>
            <pc:sldMk cId="236561781" sldId="273"/>
            <ac:spMk id="19" creationId="{AAD0DBB9-1A4B-4391-81D4-CB19F9AB918A}"/>
          </ac:spMkLst>
        </pc:spChg>
        <pc:spChg chg="add del">
          <ac:chgData name="Michele Mason" userId="4554f33240a8a24e" providerId="LiveId" clId="{B4798D4C-57CD-47E3-AEE5-42206D0E1986}" dt="2025-11-17T17:52:45.400" v="2780" actId="26606"/>
          <ac:spMkLst>
            <pc:docMk/>
            <pc:sldMk cId="236561781" sldId="273"/>
            <ac:spMk id="21" creationId="{063BBA22-50EA-4C4D-BE05-F1CE4E63AA56}"/>
          </ac:spMkLst>
        </pc:spChg>
        <pc:spChg chg="add del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26" creationId="{BACC6370-2D7E-4714-9D71-7542949D7D5D}"/>
          </ac:spMkLst>
        </pc:spChg>
        <pc:spChg chg="add del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28" creationId="{F68B3F68-107C-434F-AA38-110D5EA91B85}"/>
          </ac:spMkLst>
        </pc:spChg>
        <pc:spChg chg="add del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30" creationId="{AAD0DBB9-1A4B-4391-81D4-CB19F9AB918A}"/>
          </ac:spMkLst>
        </pc:spChg>
        <pc:spChg chg="add del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32" creationId="{063BBA22-50EA-4C4D-BE05-F1CE4E63AA56}"/>
          </ac:spMkLst>
        </pc:spChg>
        <pc:spChg chg="add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34" creationId="{BACC6370-2D7E-4714-9D71-7542949D7D5D}"/>
          </ac:spMkLst>
        </pc:spChg>
        <pc:spChg chg="add del">
          <ac:chgData name="Michele Mason" userId="4554f33240a8a24e" providerId="LiveId" clId="{B4798D4C-57CD-47E3-AEE5-42206D0E1986}" dt="2025-11-17T18:14:58.534" v="2912" actId="26606"/>
          <ac:spMkLst>
            <pc:docMk/>
            <pc:sldMk cId="236561781" sldId="273"/>
            <ac:spMk id="37" creationId="{6C4028FD-8BAA-4A19-BFDE-594D991B7552}"/>
          </ac:spMkLst>
        </pc:spChg>
        <pc:spChg chg="add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39" creationId="{F68B3F68-107C-434F-AA38-110D5EA91B85}"/>
          </ac:spMkLst>
        </pc:spChg>
        <pc:spChg chg="add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41" creationId="{AAD0DBB9-1A4B-4391-81D4-CB19F9AB918A}"/>
          </ac:spMkLst>
        </pc:spChg>
        <pc:spChg chg="add">
          <ac:chgData name="Michele Mason" userId="4554f33240a8a24e" providerId="LiveId" clId="{B4798D4C-57CD-47E3-AEE5-42206D0E1986}" dt="2025-11-17T18:15:13.534" v="2913" actId="26606"/>
          <ac:spMkLst>
            <pc:docMk/>
            <pc:sldMk cId="236561781" sldId="273"/>
            <ac:spMk id="43" creationId="{063BBA22-50EA-4C4D-BE05-F1CE4E63AA56}"/>
          </ac:spMkLst>
        </pc:spChg>
        <pc:graphicFrameChg chg="del">
          <ac:chgData name="Michele Mason" userId="4554f33240a8a24e" providerId="LiveId" clId="{B4798D4C-57CD-47E3-AEE5-42206D0E1986}" dt="2025-11-17T17:47:48.900" v="2642" actId="478"/>
          <ac:graphicFrameMkLst>
            <pc:docMk/>
            <pc:sldMk cId="236561781" sldId="273"/>
            <ac:graphicFrameMk id="8" creationId="{8AA5D5CF-9B75-EB00-78D0-43AF2C19BE75}"/>
          </ac:graphicFrameMkLst>
        </pc:graphicFrameChg>
        <pc:graphicFrameChg chg="add del mod modGraphic">
          <ac:chgData name="Michele Mason" userId="4554f33240a8a24e" providerId="LiveId" clId="{B4798D4C-57CD-47E3-AEE5-42206D0E1986}" dt="2025-11-17T18:15:13.534" v="2913" actId="26606"/>
          <ac:graphicFrameMkLst>
            <pc:docMk/>
            <pc:sldMk cId="236561781" sldId="273"/>
            <ac:graphicFrameMk id="12" creationId="{2F72393E-9686-E59D-BD79-F06D0B092CDE}"/>
          </ac:graphicFrameMkLst>
        </pc:graphicFrameChg>
      </pc:sldChg>
      <pc:sldChg chg="modSp add del mod">
        <pc:chgData name="Michele Mason" userId="4554f33240a8a24e" providerId="LiveId" clId="{B4798D4C-57CD-47E3-AEE5-42206D0E1986}" dt="2025-11-17T17:59:42.201" v="2783" actId="2696"/>
        <pc:sldMkLst>
          <pc:docMk/>
          <pc:sldMk cId="253061400" sldId="274"/>
        </pc:sldMkLst>
        <pc:spChg chg="mod">
          <ac:chgData name="Michele Mason" userId="4554f33240a8a24e" providerId="LiveId" clId="{B4798D4C-57CD-47E3-AEE5-42206D0E1986}" dt="2025-11-17T17:48:43.601" v="2650" actId="21"/>
          <ac:spMkLst>
            <pc:docMk/>
            <pc:sldMk cId="253061400" sldId="274"/>
            <ac:spMk id="5" creationId="{20A8DD26-1C48-E5BD-4735-3FB85F195322}"/>
          </ac:spMkLst>
        </pc:spChg>
      </pc:sldChg>
      <pc:sldChg chg="addSp delSp modSp new del mod">
        <pc:chgData name="Michele Mason" userId="4554f33240a8a24e" providerId="LiveId" clId="{B4798D4C-57CD-47E3-AEE5-42206D0E1986}" dt="2025-11-17T18:13:57.284" v="2910" actId="2696"/>
        <pc:sldMkLst>
          <pc:docMk/>
          <pc:sldMk cId="949951656" sldId="274"/>
        </pc:sldMkLst>
        <pc:spChg chg="mod">
          <ac:chgData name="Michele Mason" userId="4554f33240a8a24e" providerId="LiveId" clId="{B4798D4C-57CD-47E3-AEE5-42206D0E1986}" dt="2025-11-17T18:10:09.517" v="2862" actId="20577"/>
          <ac:spMkLst>
            <pc:docMk/>
            <pc:sldMk cId="949951656" sldId="274"/>
            <ac:spMk id="2" creationId="{2AB4F068-BE85-429E-1191-29B43822E045}"/>
          </ac:spMkLst>
        </pc:spChg>
        <pc:spChg chg="del">
          <ac:chgData name="Michele Mason" userId="4554f33240a8a24e" providerId="LiveId" clId="{B4798D4C-57CD-47E3-AEE5-42206D0E1986}" dt="2025-11-17T18:08:01.217" v="2822"/>
          <ac:spMkLst>
            <pc:docMk/>
            <pc:sldMk cId="949951656" sldId="274"/>
            <ac:spMk id="3" creationId="{F9000711-8915-B2F4-1781-B528097C788C}"/>
          </ac:spMkLst>
        </pc:spChg>
        <pc:graphicFrameChg chg="add mod">
          <ac:chgData name="Michele Mason" userId="4554f33240a8a24e" providerId="LiveId" clId="{B4798D4C-57CD-47E3-AEE5-42206D0E1986}" dt="2025-11-17T18:10:14.419" v="2863" actId="1076"/>
          <ac:graphicFrameMkLst>
            <pc:docMk/>
            <pc:sldMk cId="949951656" sldId="274"/>
            <ac:graphicFrameMk id="4" creationId="{45A8D06E-7877-0821-EBB2-7D3FB323257D}"/>
          </ac:graphicFrameMkLst>
        </pc:graphicFrameChg>
        <pc:graphicFrameChg chg="add mod">
          <ac:chgData name="Michele Mason" userId="4554f33240a8a24e" providerId="LiveId" clId="{B4798D4C-57CD-47E3-AEE5-42206D0E1986}" dt="2025-11-17T18:10:17.584" v="2864" actId="1076"/>
          <ac:graphicFrameMkLst>
            <pc:docMk/>
            <pc:sldMk cId="949951656" sldId="274"/>
            <ac:graphicFrameMk id="5" creationId="{8C1163A0-E69B-502E-7CBD-F365D644CC11}"/>
          </ac:graphicFrameMkLst>
        </pc:graphicFrameChg>
        <pc:graphicFrameChg chg="add mod">
          <ac:chgData name="Michele Mason" userId="4554f33240a8a24e" providerId="LiveId" clId="{B4798D4C-57CD-47E3-AEE5-42206D0E1986}" dt="2025-11-17T18:10:20.706" v="2865" actId="1076"/>
          <ac:graphicFrameMkLst>
            <pc:docMk/>
            <pc:sldMk cId="949951656" sldId="274"/>
            <ac:graphicFrameMk id="6" creationId="{80A5DCC6-EE26-DA7C-8B0D-9277008BE55E}"/>
          </ac:graphicFrameMkLst>
        </pc:graphicFrameChg>
      </pc:sldChg>
      <pc:sldChg chg="addSp delSp modSp add mod ord delDesignElem chgLayout modNotesTx">
        <pc:chgData name="Michele Mason" userId="4554f33240a8a24e" providerId="LiveId" clId="{B4798D4C-57CD-47E3-AEE5-42206D0E1986}" dt="2025-11-17T23:18:44.666" v="4970" actId="20577"/>
        <pc:sldMkLst>
          <pc:docMk/>
          <pc:sldMk cId="805117792" sldId="275"/>
        </pc:sldMkLst>
        <pc:spChg chg="mod ord">
          <ac:chgData name="Michele Mason" userId="4554f33240a8a24e" providerId="LiveId" clId="{B4798D4C-57CD-47E3-AEE5-42206D0E1986}" dt="2025-11-17T19:08:04.118" v="3628" actId="700"/>
          <ac:spMkLst>
            <pc:docMk/>
            <pc:sldMk cId="805117792" sldId="275"/>
            <ac:spMk id="2" creationId="{25A82CD3-6BC8-C7BC-A82A-B5E43DD126B4}"/>
          </ac:spMkLst>
        </pc:spChg>
        <pc:spChg chg="add del mod ord">
          <ac:chgData name="Michele Mason" userId="4554f33240a8a24e" providerId="LiveId" clId="{B4798D4C-57CD-47E3-AEE5-42206D0E1986}" dt="2025-11-17T19:09:14.918" v="3639" actId="113"/>
          <ac:spMkLst>
            <pc:docMk/>
            <pc:sldMk cId="805117792" sldId="275"/>
            <ac:spMk id="4" creationId="{F7856632-4C96-19CD-A56C-19C665D110DD}"/>
          </ac:spMkLst>
        </pc:spChg>
        <pc:spChg chg="add del">
          <ac:chgData name="Michele Mason" userId="4554f33240a8a24e" providerId="LiveId" clId="{B4798D4C-57CD-47E3-AEE5-42206D0E1986}" dt="2025-11-17T19:08:04.118" v="3628" actId="700"/>
          <ac:spMkLst>
            <pc:docMk/>
            <pc:sldMk cId="805117792" sldId="275"/>
            <ac:spMk id="9" creationId="{1B15ED52-F352-441B-82BF-E0EA34836D08}"/>
          </ac:spMkLst>
        </pc:spChg>
        <pc:spChg chg="add del">
          <ac:chgData name="Michele Mason" userId="4554f33240a8a24e" providerId="LiveId" clId="{B4798D4C-57CD-47E3-AEE5-42206D0E1986}" dt="2025-11-17T19:08:04.118" v="3628" actId="700"/>
          <ac:spMkLst>
            <pc:docMk/>
            <pc:sldMk cId="805117792" sldId="275"/>
            <ac:spMk id="11" creationId="{3B2E3793-BFE6-45A2-9B7B-E18844431C99}"/>
          </ac:spMkLst>
        </pc:spChg>
        <pc:spChg chg="add del">
          <ac:chgData name="Michele Mason" userId="4554f33240a8a24e" providerId="LiveId" clId="{B4798D4C-57CD-47E3-AEE5-42206D0E1986}" dt="2025-11-17T19:08:04.118" v="3628" actId="700"/>
          <ac:spMkLst>
            <pc:docMk/>
            <pc:sldMk cId="805117792" sldId="275"/>
            <ac:spMk id="13" creationId="{BC4C4868-CB8F-4AF9-9CDB-8108F2C19B67}"/>
          </ac:spMkLst>
        </pc:spChg>
        <pc:spChg chg="add del">
          <ac:chgData name="Michele Mason" userId="4554f33240a8a24e" providerId="LiveId" clId="{B4798D4C-57CD-47E3-AEE5-42206D0E1986}" dt="2025-11-17T19:08:04.118" v="3628" actId="700"/>
          <ac:spMkLst>
            <pc:docMk/>
            <pc:sldMk cId="805117792" sldId="275"/>
            <ac:spMk id="15" creationId="{375E0459-6403-40CD-989D-56A4407CA12E}"/>
          </ac:spMkLst>
        </pc:spChg>
        <pc:spChg chg="add del">
          <ac:chgData name="Michele Mason" userId="4554f33240a8a24e" providerId="LiveId" clId="{B4798D4C-57CD-47E3-AEE5-42206D0E1986}" dt="2025-11-17T19:08:04.118" v="3628" actId="700"/>
          <ac:spMkLst>
            <pc:docMk/>
            <pc:sldMk cId="805117792" sldId="275"/>
            <ac:spMk id="17" creationId="{53E5B1A8-3AC9-4BD1-9BBC-78CA94F2D1BA}"/>
          </ac:spMkLst>
        </pc:spChg>
        <pc:spChg chg="del">
          <ac:chgData name="Michele Mason" userId="4554f33240a8a24e" providerId="LiveId" clId="{B4798D4C-57CD-47E3-AEE5-42206D0E1986}" dt="2025-11-17T19:07:46.652" v="3625" actId="700"/>
          <ac:spMkLst>
            <pc:docMk/>
            <pc:sldMk cId="805117792" sldId="275"/>
            <ac:spMk id="26" creationId="{6F3C3FF6-849F-28D0-E4C4-DEE89D0A1BCE}"/>
          </ac:spMkLst>
        </pc:spChg>
        <pc:spChg chg="del">
          <ac:chgData name="Michele Mason" userId="4554f33240a8a24e" providerId="LiveId" clId="{B4798D4C-57CD-47E3-AEE5-42206D0E1986}" dt="2025-11-17T19:07:46.652" v="3625" actId="700"/>
          <ac:spMkLst>
            <pc:docMk/>
            <pc:sldMk cId="805117792" sldId="275"/>
            <ac:spMk id="28" creationId="{DB73500E-3DD5-51BB-E4A3-E239913371BF}"/>
          </ac:spMkLst>
        </pc:spChg>
        <pc:spChg chg="del">
          <ac:chgData name="Michele Mason" userId="4554f33240a8a24e" providerId="LiveId" clId="{B4798D4C-57CD-47E3-AEE5-42206D0E1986}" dt="2025-11-17T19:07:46.652" v="3625" actId="700"/>
          <ac:spMkLst>
            <pc:docMk/>
            <pc:sldMk cId="805117792" sldId="275"/>
            <ac:spMk id="30" creationId="{7493848B-F53E-5552-3107-2D19A66F1C83}"/>
          </ac:spMkLst>
        </pc:spChg>
        <pc:spChg chg="del">
          <ac:chgData name="Michele Mason" userId="4554f33240a8a24e" providerId="LiveId" clId="{B4798D4C-57CD-47E3-AEE5-42206D0E1986}" dt="2025-11-17T19:07:46.652" v="3625" actId="700"/>
          <ac:spMkLst>
            <pc:docMk/>
            <pc:sldMk cId="805117792" sldId="275"/>
            <ac:spMk id="32" creationId="{5AF0C79E-BBFF-F5BF-D74C-A879A5E19FF5}"/>
          </ac:spMkLst>
        </pc:spChg>
        <pc:graphicFrameChg chg="add del mod ord modGraphic">
          <ac:chgData name="Michele Mason" userId="4554f33240a8a24e" providerId="LiveId" clId="{B4798D4C-57CD-47E3-AEE5-42206D0E1986}" dt="2025-11-17T18:11:38.484" v="2870" actId="3680"/>
          <ac:graphicFrameMkLst>
            <pc:docMk/>
            <pc:sldMk cId="805117792" sldId="275"/>
            <ac:graphicFrameMk id="5" creationId="{73DB7A91-942D-5114-A269-E63F0D46438B}"/>
          </ac:graphicFrameMkLst>
        </pc:graphicFrameChg>
        <pc:graphicFrameChg chg="add del mod">
          <ac:chgData name="Michele Mason" userId="4554f33240a8a24e" providerId="LiveId" clId="{B4798D4C-57CD-47E3-AEE5-42206D0E1986}" dt="2025-11-17T19:07:18.059" v="3622" actId="478"/>
          <ac:graphicFrameMkLst>
            <pc:docMk/>
            <pc:sldMk cId="805117792" sldId="275"/>
            <ac:graphicFrameMk id="6" creationId="{7862643E-5A82-5342-3800-C67AA806C2D6}"/>
          </ac:graphicFrameMkLst>
        </pc:graphicFrameChg>
        <pc:graphicFrameChg chg="add del mod">
          <ac:chgData name="Michele Mason" userId="4554f33240a8a24e" providerId="LiveId" clId="{B4798D4C-57CD-47E3-AEE5-42206D0E1986}" dt="2025-11-17T19:07:26.119" v="3623" actId="478"/>
          <ac:graphicFrameMkLst>
            <pc:docMk/>
            <pc:sldMk cId="805117792" sldId="275"/>
            <ac:graphicFrameMk id="7" creationId="{91BC7433-907F-74A2-C06E-FB9D056C3048}"/>
          </ac:graphicFrameMkLst>
        </pc:graphicFrameChg>
        <pc:graphicFrameChg chg="add del mod">
          <ac:chgData name="Michele Mason" userId="4554f33240a8a24e" providerId="LiveId" clId="{B4798D4C-57CD-47E3-AEE5-42206D0E1986}" dt="2025-11-17T19:07:35.160" v="3624" actId="478"/>
          <ac:graphicFrameMkLst>
            <pc:docMk/>
            <pc:sldMk cId="805117792" sldId="275"/>
            <ac:graphicFrameMk id="8" creationId="{BD54198C-D3D3-7AF4-3607-9E84130873F8}"/>
          </ac:graphicFrameMkLst>
        </pc:graphicFrameChg>
        <pc:graphicFrameChg chg="add mod">
          <ac:chgData name="Michele Mason" userId="4554f33240a8a24e" providerId="LiveId" clId="{B4798D4C-57CD-47E3-AEE5-42206D0E1986}" dt="2025-11-17T19:08:56.150" v="3636" actId="1076"/>
          <ac:graphicFrameMkLst>
            <pc:docMk/>
            <pc:sldMk cId="805117792" sldId="275"/>
            <ac:graphicFrameMk id="10" creationId="{69D14303-86AC-1AAC-7951-778B5920B6A4}"/>
          </ac:graphicFrameMkLst>
        </pc:graphicFrameChg>
        <pc:graphicFrameChg chg="del">
          <ac:chgData name="Michele Mason" userId="4554f33240a8a24e" providerId="LiveId" clId="{B4798D4C-57CD-47E3-AEE5-42206D0E1986}" dt="2025-11-17T18:10:52.128" v="2867" actId="478"/>
          <ac:graphicFrameMkLst>
            <pc:docMk/>
            <pc:sldMk cId="805117792" sldId="275"/>
            <ac:graphicFrameMk id="12" creationId="{F694EBD1-FB20-5A12-06B6-324D69B838B6}"/>
          </ac:graphicFrameMkLst>
        </pc:graphicFrameChg>
      </pc:sldChg>
      <pc:sldChg chg="addSp delSp modSp add mod modNotesTx">
        <pc:chgData name="Michele Mason" userId="4554f33240a8a24e" providerId="LiveId" clId="{B4798D4C-57CD-47E3-AEE5-42206D0E1986}" dt="2025-11-17T23:25:30.785" v="5282" actId="20577"/>
        <pc:sldMkLst>
          <pc:docMk/>
          <pc:sldMk cId="4035383422" sldId="276"/>
        </pc:sldMkLst>
        <pc:spChg chg="mod">
          <ac:chgData name="Michele Mason" userId="4554f33240a8a24e" providerId="LiveId" clId="{B4798D4C-57CD-47E3-AEE5-42206D0E1986}" dt="2025-11-17T23:25:30.785" v="5282" actId="20577"/>
          <ac:spMkLst>
            <pc:docMk/>
            <pc:sldMk cId="4035383422" sldId="276"/>
            <ac:spMk id="2" creationId="{799BDA42-EFA2-B069-D235-7C1E14B1994A}"/>
          </ac:spMkLst>
        </pc:spChg>
        <pc:spChg chg="add del mod">
          <ac:chgData name="Michele Mason" userId="4554f33240a8a24e" providerId="LiveId" clId="{B4798D4C-57CD-47E3-AEE5-42206D0E1986}" dt="2025-11-17T18:21:50.600" v="3014"/>
          <ac:spMkLst>
            <pc:docMk/>
            <pc:sldMk cId="4035383422" sldId="276"/>
            <ac:spMk id="5" creationId="{615A9393-D8D2-474C-43A9-5EEF4317B0BB}"/>
          </ac:spMkLst>
        </pc:spChg>
        <pc:spChg chg="del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9" creationId="{BD4BE7EA-937C-0139-FB2B-0312A933B3B2}"/>
          </ac:spMkLst>
        </pc:spChg>
        <pc:spChg chg="del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11" creationId="{F14896FA-A7C3-AE38-BAAA-8C05B964C165}"/>
          </ac:spMkLst>
        </pc:spChg>
        <pc:spChg chg="del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13" creationId="{E30D77EA-2A3C-080F-EAE7-BBECC1984293}"/>
          </ac:spMkLst>
        </pc:spChg>
        <pc:spChg chg="del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15" creationId="{2A2FEA47-B9F3-B9A2-B4EE-08C08F8961E7}"/>
          </ac:spMkLst>
        </pc:spChg>
        <pc:spChg chg="add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20" creationId="{BACC6370-2D7E-4714-9D71-7542949D7D5D}"/>
          </ac:spMkLst>
        </pc:spChg>
        <pc:spChg chg="add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22" creationId="{F68B3F68-107C-434F-AA38-110D5EA91B85}"/>
          </ac:spMkLst>
        </pc:spChg>
        <pc:spChg chg="add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24" creationId="{AAD0DBB9-1A4B-4391-81D4-CB19F9AB918A}"/>
          </ac:spMkLst>
        </pc:spChg>
        <pc:spChg chg="add">
          <ac:chgData name="Michele Mason" userId="4554f33240a8a24e" providerId="LiveId" clId="{B4798D4C-57CD-47E3-AEE5-42206D0E1986}" dt="2025-11-17T18:22:01.872" v="3015" actId="26606"/>
          <ac:spMkLst>
            <pc:docMk/>
            <pc:sldMk cId="4035383422" sldId="276"/>
            <ac:spMk id="26" creationId="{063BBA22-50EA-4C4D-BE05-F1CE4E63AA56}"/>
          </ac:spMkLst>
        </pc:spChg>
        <pc:graphicFrameChg chg="del mod modGraphic">
          <ac:chgData name="Michele Mason" userId="4554f33240a8a24e" providerId="LiveId" clId="{B4798D4C-57CD-47E3-AEE5-42206D0E1986}" dt="2025-11-17T18:21:41.327" v="3013" actId="478"/>
          <ac:graphicFrameMkLst>
            <pc:docMk/>
            <pc:sldMk cId="4035383422" sldId="276"/>
            <ac:graphicFrameMk id="4" creationId="{6A2C450C-75F5-7996-5317-7028C229E9E1}"/>
          </ac:graphicFrameMkLst>
        </pc:graphicFrameChg>
        <pc:graphicFrameChg chg="add mod modGraphic">
          <ac:chgData name="Michele Mason" userId="4554f33240a8a24e" providerId="LiveId" clId="{B4798D4C-57CD-47E3-AEE5-42206D0E1986}" dt="2025-11-17T18:23:22.100" v="3020" actId="122"/>
          <ac:graphicFrameMkLst>
            <pc:docMk/>
            <pc:sldMk cId="4035383422" sldId="276"/>
            <ac:graphicFrameMk id="6" creationId="{9E61A81E-F700-88AB-D0A0-D42D1DFFDA17}"/>
          </ac:graphicFrameMkLst>
        </pc:graphicFrameChg>
      </pc:sldChg>
      <pc:sldChg chg="addSp delSp modSp add mod ord modClrScheme delDesignElem chgLayout modNotesTx">
        <pc:chgData name="Michele Mason" userId="4554f33240a8a24e" providerId="LiveId" clId="{B4798D4C-57CD-47E3-AEE5-42206D0E1986}" dt="2025-11-17T23:19:11.118" v="4972"/>
        <pc:sldMkLst>
          <pc:docMk/>
          <pc:sldMk cId="4250790975" sldId="277"/>
        </pc:sldMkLst>
        <pc:spChg chg="mod ord">
          <ac:chgData name="Michele Mason" userId="4554f33240a8a24e" providerId="LiveId" clId="{B4798D4C-57CD-47E3-AEE5-42206D0E1986}" dt="2025-11-17T18:37:02.617" v="3070" actId="26606"/>
          <ac:spMkLst>
            <pc:docMk/>
            <pc:sldMk cId="4250790975" sldId="277"/>
            <ac:spMk id="2" creationId="{95DB05FE-4419-5736-AC40-25D91A4C0CA8}"/>
          </ac:spMkLst>
        </pc:spChg>
        <pc:spChg chg="add del mod">
          <ac:chgData name="Michele Mason" userId="4554f33240a8a24e" providerId="LiveId" clId="{B4798D4C-57CD-47E3-AEE5-42206D0E1986}" dt="2025-11-17T18:29:31.568" v="3025"/>
          <ac:spMkLst>
            <pc:docMk/>
            <pc:sldMk cId="4250790975" sldId="277"/>
            <ac:spMk id="4" creationId="{72F921B2-54EC-91D9-0874-B5FDC9DC8208}"/>
          </ac:spMkLst>
        </pc:spChg>
        <pc:spChg chg="add del mod ord">
          <ac:chgData name="Michele Mason" userId="4554f33240a8a24e" providerId="LiveId" clId="{B4798D4C-57CD-47E3-AEE5-42206D0E1986}" dt="2025-11-17T18:35:17.970" v="3029" actId="700"/>
          <ac:spMkLst>
            <pc:docMk/>
            <pc:sldMk cId="4250790975" sldId="277"/>
            <ac:spMk id="7" creationId="{8CE56E80-5B57-C4E0-1EA0-6B6C8B14D358}"/>
          </ac:spMkLst>
        </pc:spChg>
        <pc:spChg chg="add del mod">
          <ac:chgData name="Michele Mason" userId="4554f33240a8a24e" providerId="LiveId" clId="{B4798D4C-57CD-47E3-AEE5-42206D0E1986}" dt="2025-11-17T18:36:56.394" v="3069" actId="700"/>
          <ac:spMkLst>
            <pc:docMk/>
            <pc:sldMk cId="4250790975" sldId="277"/>
            <ac:spMk id="9" creationId="{91FA2D8E-3CDA-4470-3F71-80F3A1DE22D1}"/>
          </ac:spMkLst>
        </pc:spChg>
        <pc:spChg chg="add mod ord">
          <ac:chgData name="Michele Mason" userId="4554f33240a8a24e" providerId="LiveId" clId="{B4798D4C-57CD-47E3-AEE5-42206D0E1986}" dt="2025-11-17T18:45:54.449" v="3483" actId="1076"/>
          <ac:spMkLst>
            <pc:docMk/>
            <pc:sldMk cId="4250790975" sldId="277"/>
            <ac:spMk id="10" creationId="{F6CB9605-278B-5A1C-3821-DDD23B4EE88F}"/>
          </ac:spMkLst>
        </pc:spChg>
        <pc:spChg chg="add">
          <ac:chgData name="Michele Mason" userId="4554f33240a8a24e" providerId="LiveId" clId="{B4798D4C-57CD-47E3-AEE5-42206D0E1986}" dt="2025-11-17T18:37:02.617" v="3070" actId="26606"/>
          <ac:spMkLst>
            <pc:docMk/>
            <pc:sldMk cId="4250790975" sldId="277"/>
            <ac:spMk id="15" creationId="{1B15ED52-F352-441B-82BF-E0EA34836D08}"/>
          </ac:spMkLst>
        </pc:spChg>
        <pc:spChg chg="add">
          <ac:chgData name="Michele Mason" userId="4554f33240a8a24e" providerId="LiveId" clId="{B4798D4C-57CD-47E3-AEE5-42206D0E1986}" dt="2025-11-17T18:37:02.617" v="3070" actId="26606"/>
          <ac:spMkLst>
            <pc:docMk/>
            <pc:sldMk cId="4250790975" sldId="277"/>
            <ac:spMk id="17" creationId="{3B2E3793-BFE6-45A2-9B7B-E18844431C99}"/>
          </ac:spMkLst>
        </pc:spChg>
        <pc:spChg chg="add">
          <ac:chgData name="Michele Mason" userId="4554f33240a8a24e" providerId="LiveId" clId="{B4798D4C-57CD-47E3-AEE5-42206D0E1986}" dt="2025-11-17T18:37:02.617" v="3070" actId="26606"/>
          <ac:spMkLst>
            <pc:docMk/>
            <pc:sldMk cId="4250790975" sldId="277"/>
            <ac:spMk id="19" creationId="{BC4C4868-CB8F-4AF9-9CDB-8108F2C19B67}"/>
          </ac:spMkLst>
        </pc:spChg>
        <pc:spChg chg="add del">
          <ac:chgData name="Michele Mason" userId="4554f33240a8a24e" providerId="LiveId" clId="{B4798D4C-57CD-47E3-AEE5-42206D0E1986}" dt="2025-11-17T18:36:56.394" v="3069" actId="700"/>
          <ac:spMkLst>
            <pc:docMk/>
            <pc:sldMk cId="4250790975" sldId="277"/>
            <ac:spMk id="20" creationId="{A08A40FB-7738-DFD7-32D1-D0BC38E958A6}"/>
          </ac:spMkLst>
        </pc:spChg>
        <pc:spChg chg="add">
          <ac:chgData name="Michele Mason" userId="4554f33240a8a24e" providerId="LiveId" clId="{B4798D4C-57CD-47E3-AEE5-42206D0E1986}" dt="2025-11-17T18:37:02.617" v="3070" actId="26606"/>
          <ac:spMkLst>
            <pc:docMk/>
            <pc:sldMk cId="4250790975" sldId="277"/>
            <ac:spMk id="21" creationId="{375E0459-6403-40CD-989D-56A4407CA12E}"/>
          </ac:spMkLst>
        </pc:spChg>
        <pc:spChg chg="add del">
          <ac:chgData name="Michele Mason" userId="4554f33240a8a24e" providerId="LiveId" clId="{B4798D4C-57CD-47E3-AEE5-42206D0E1986}" dt="2025-11-17T18:36:56.394" v="3069" actId="700"/>
          <ac:spMkLst>
            <pc:docMk/>
            <pc:sldMk cId="4250790975" sldId="277"/>
            <ac:spMk id="22" creationId="{22AFCC27-1D48-02F5-3DB6-D69C20E9E26A}"/>
          </ac:spMkLst>
        </pc:spChg>
        <pc:spChg chg="add">
          <ac:chgData name="Michele Mason" userId="4554f33240a8a24e" providerId="LiveId" clId="{B4798D4C-57CD-47E3-AEE5-42206D0E1986}" dt="2025-11-17T18:37:02.617" v="3070" actId="26606"/>
          <ac:spMkLst>
            <pc:docMk/>
            <pc:sldMk cId="4250790975" sldId="277"/>
            <ac:spMk id="23" creationId="{53E5B1A8-3AC9-4BD1-9BBC-78CA94F2D1BA}"/>
          </ac:spMkLst>
        </pc:spChg>
        <pc:spChg chg="add del">
          <ac:chgData name="Michele Mason" userId="4554f33240a8a24e" providerId="LiveId" clId="{B4798D4C-57CD-47E3-AEE5-42206D0E1986}" dt="2025-11-17T18:36:56.394" v="3069" actId="700"/>
          <ac:spMkLst>
            <pc:docMk/>
            <pc:sldMk cId="4250790975" sldId="277"/>
            <ac:spMk id="24" creationId="{4FB255AE-B18E-6FCF-286E-482CCCAB4BA1}"/>
          </ac:spMkLst>
        </pc:spChg>
        <pc:spChg chg="add del">
          <ac:chgData name="Michele Mason" userId="4554f33240a8a24e" providerId="LiveId" clId="{B4798D4C-57CD-47E3-AEE5-42206D0E1986}" dt="2025-11-17T18:36:56.394" v="3069" actId="700"/>
          <ac:spMkLst>
            <pc:docMk/>
            <pc:sldMk cId="4250790975" sldId="277"/>
            <ac:spMk id="26" creationId="{743D3BFB-7FB7-D456-2A0D-70A9668F3350}"/>
          </ac:spMkLst>
        </pc:spChg>
        <pc:graphicFrameChg chg="add del mod ord modGraphic">
          <ac:chgData name="Michele Mason" userId="4554f33240a8a24e" providerId="LiveId" clId="{B4798D4C-57CD-47E3-AEE5-42206D0E1986}" dt="2025-11-17T18:36:06.851" v="3036" actId="478"/>
          <ac:graphicFrameMkLst>
            <pc:docMk/>
            <pc:sldMk cId="4250790975" sldId="277"/>
            <ac:graphicFrameMk id="5" creationId="{F00FBE94-3E2A-D960-59C7-7E3986CF6825}"/>
          </ac:graphicFrameMkLst>
        </pc:graphicFrameChg>
        <pc:graphicFrameChg chg="del modGraphic">
          <ac:chgData name="Michele Mason" userId="4554f33240a8a24e" providerId="LiveId" clId="{B4798D4C-57CD-47E3-AEE5-42206D0E1986}" dt="2025-11-17T18:25:03.007" v="3024" actId="478"/>
          <ac:graphicFrameMkLst>
            <pc:docMk/>
            <pc:sldMk cId="4250790975" sldId="277"/>
            <ac:graphicFrameMk id="6" creationId="{3FA0F631-60F4-0A54-A0EA-8C1E6F08D35E}"/>
          </ac:graphicFrameMkLst>
        </pc:graphicFrameChg>
        <pc:graphicFrameChg chg="add mod">
          <ac:chgData name="Michele Mason" userId="4554f33240a8a24e" providerId="LiveId" clId="{B4798D4C-57CD-47E3-AEE5-42206D0E1986}" dt="2025-11-17T18:45:59.355" v="3484" actId="1076"/>
          <ac:graphicFrameMkLst>
            <pc:docMk/>
            <pc:sldMk cId="4250790975" sldId="277"/>
            <ac:graphicFrameMk id="11" creationId="{E8FD9C32-CDE7-B64D-2158-AA1030D03310}"/>
          </ac:graphicFrameMkLst>
        </pc:graphicFrameChg>
      </pc:sldChg>
      <pc:sldChg chg="add">
        <pc:chgData name="Michele Mason" userId="4554f33240a8a24e" providerId="LiveId" clId="{B4798D4C-57CD-47E3-AEE5-42206D0E1986}" dt="2025-11-17T19:06:50.784" v="3575" actId="2890"/>
        <pc:sldMkLst>
          <pc:docMk/>
          <pc:sldMk cId="1978602480" sldId="278"/>
        </pc:sldMkLst>
      </pc:sldChg>
      <pc:sldChg chg="addSp delSp modSp add del mod modClrScheme delDesignElem chgLayout">
        <pc:chgData name="Michele Mason" userId="4554f33240a8a24e" providerId="LiveId" clId="{B4798D4C-57CD-47E3-AEE5-42206D0E1986}" dt="2025-11-17T18:35:50.184" v="3034" actId="2696"/>
        <pc:sldMkLst>
          <pc:docMk/>
          <pc:sldMk cId="2982018099" sldId="278"/>
        </pc:sldMkLst>
        <pc:spChg chg="mod ord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2" creationId="{AAB6DFF7-22F5-2EB5-923A-0EC0BEB889C2}"/>
          </ac:spMkLst>
        </pc:spChg>
        <pc:spChg chg="add del mod ord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4" creationId="{B90F00B3-88EA-61F1-03EB-600DDBE3BC87}"/>
          </ac:spMkLst>
        </pc:spChg>
        <pc:spChg chg="add del mod ord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6" creationId="{B014B2B6-908D-1D78-E276-656BE10E8AF6}"/>
          </ac:spMkLst>
        </pc:spChg>
        <pc:spChg chg="add del mod ord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7" creationId="{BBC55336-A3BA-8765-53D8-EBB0FD9F9D82}"/>
          </ac:spMkLst>
        </pc:spChg>
        <pc:spChg chg="add del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20" creationId="{7122D9D5-FFBF-8991-5720-2EED83FD78DD}"/>
          </ac:spMkLst>
        </pc:spChg>
        <pc:spChg chg="add del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22" creationId="{67B82B98-ABEC-BFF8-7C03-DA1CBFE4BFCE}"/>
          </ac:spMkLst>
        </pc:spChg>
        <pc:spChg chg="add del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24" creationId="{ACED8411-5B81-0E6D-81E8-01DA49CDD3F2}"/>
          </ac:spMkLst>
        </pc:spChg>
        <pc:spChg chg="add del">
          <ac:chgData name="Michele Mason" userId="4554f33240a8a24e" providerId="LiveId" clId="{B4798D4C-57CD-47E3-AEE5-42206D0E1986}" dt="2025-11-17T18:35:40.634" v="3033" actId="700"/>
          <ac:spMkLst>
            <pc:docMk/>
            <pc:sldMk cId="2982018099" sldId="278"/>
            <ac:spMk id="26" creationId="{98459B10-E36A-B240-8E0F-DAA2BA1388BB}"/>
          </ac:spMkLst>
        </pc:spChg>
        <pc:graphicFrameChg chg="del">
          <ac:chgData name="Michele Mason" userId="4554f33240a8a24e" providerId="LiveId" clId="{B4798D4C-57CD-47E3-AEE5-42206D0E1986}" dt="2025-11-17T18:35:26.334" v="3031" actId="478"/>
          <ac:graphicFrameMkLst>
            <pc:docMk/>
            <pc:sldMk cId="2982018099" sldId="278"/>
            <ac:graphicFrameMk id="5" creationId="{2860E28C-F982-3297-5D9A-8C4FDBAE4594}"/>
          </ac:graphicFrameMkLst>
        </pc:graphicFrameChg>
      </pc:sldChg>
      <pc:sldChg chg="addSp delSp modSp add del mod modClrScheme delDesignElem chgLayout">
        <pc:chgData name="Michele Mason" userId="4554f33240a8a24e" providerId="LiveId" clId="{B4798D4C-57CD-47E3-AEE5-42206D0E1986}" dt="2025-11-17T23:06:57.183" v="4320" actId="2696"/>
        <pc:sldMkLst>
          <pc:docMk/>
          <pc:sldMk cId="1078887578" sldId="279"/>
        </pc:sldMkLst>
        <pc:spChg chg="mod ord">
          <ac:chgData name="Michele Mason" userId="4554f33240a8a24e" providerId="LiveId" clId="{B4798D4C-57CD-47E3-AEE5-42206D0E1986}" dt="2025-11-17T22:56:42.783" v="3961" actId="700"/>
          <ac:spMkLst>
            <pc:docMk/>
            <pc:sldMk cId="1078887578" sldId="279"/>
            <ac:spMk id="2" creationId="{C3AC5C21-8A35-9950-EB96-F36593F46D2A}"/>
          </ac:spMkLst>
        </pc:spChg>
        <pc:spChg chg="add del mod">
          <ac:chgData name="Michele Mason" userId="4554f33240a8a24e" providerId="LiveId" clId="{B4798D4C-57CD-47E3-AEE5-42206D0E1986}" dt="2025-11-17T22:47:26.867" v="3672" actId="6264"/>
          <ac:spMkLst>
            <pc:docMk/>
            <pc:sldMk cId="1078887578" sldId="279"/>
            <ac:spMk id="3" creationId="{EE55184D-5625-B3FB-FB1F-042553271CDB}"/>
          </ac:spMkLst>
        </pc:spChg>
        <pc:spChg chg="mod ord">
          <ac:chgData name="Michele Mason" userId="4554f33240a8a24e" providerId="LiveId" clId="{B4798D4C-57CD-47E3-AEE5-42206D0E1986}" dt="2025-11-17T22:58:31.359" v="4065" actId="6549"/>
          <ac:spMkLst>
            <pc:docMk/>
            <pc:sldMk cId="1078887578" sldId="279"/>
            <ac:spMk id="4" creationId="{6DE564CE-0CD3-F7AA-EC2B-FB5667F78397}"/>
          </ac:spMkLst>
        </pc:spChg>
        <pc:spChg chg="add del mod">
          <ac:chgData name="Michele Mason" userId="4554f33240a8a24e" providerId="LiveId" clId="{B4798D4C-57CD-47E3-AEE5-42206D0E1986}" dt="2025-11-17T22:47:26.867" v="3672" actId="6264"/>
          <ac:spMkLst>
            <pc:docMk/>
            <pc:sldMk cId="1078887578" sldId="279"/>
            <ac:spMk id="5" creationId="{9F9B897E-5E02-CDBA-5495-DE7D52E502E9}"/>
          </ac:spMkLst>
        </pc:spChg>
        <pc:spChg chg="add del">
          <ac:chgData name="Michele Mason" userId="4554f33240a8a24e" providerId="LiveId" clId="{B4798D4C-57CD-47E3-AEE5-42206D0E1986}" dt="2025-11-17T22:49:47.433" v="3680" actId="700"/>
          <ac:spMkLst>
            <pc:docMk/>
            <pc:sldMk cId="1078887578" sldId="279"/>
            <ac:spMk id="6" creationId="{1B15ED52-F352-441B-82BF-E0EA34836D08}"/>
          </ac:spMkLst>
        </pc:spChg>
        <pc:spChg chg="add del">
          <ac:chgData name="Michele Mason" userId="4554f33240a8a24e" providerId="LiveId" clId="{B4798D4C-57CD-47E3-AEE5-42206D0E1986}" dt="2025-11-17T22:49:47.433" v="3680" actId="700"/>
          <ac:spMkLst>
            <pc:docMk/>
            <pc:sldMk cId="1078887578" sldId="279"/>
            <ac:spMk id="7" creationId="{3B2E3793-BFE6-45A2-9B7B-E18844431C99}"/>
          </ac:spMkLst>
        </pc:spChg>
        <pc:spChg chg="add del">
          <ac:chgData name="Michele Mason" userId="4554f33240a8a24e" providerId="LiveId" clId="{B4798D4C-57CD-47E3-AEE5-42206D0E1986}" dt="2025-11-17T22:49:47.433" v="3680" actId="700"/>
          <ac:spMkLst>
            <pc:docMk/>
            <pc:sldMk cId="1078887578" sldId="279"/>
            <ac:spMk id="8" creationId="{BC4C4868-CB8F-4AF9-9CDB-8108F2C19B67}"/>
          </ac:spMkLst>
        </pc:spChg>
        <pc:spChg chg="add del">
          <ac:chgData name="Michele Mason" userId="4554f33240a8a24e" providerId="LiveId" clId="{B4798D4C-57CD-47E3-AEE5-42206D0E1986}" dt="2025-11-17T22:48:27.301" v="3676" actId="26606"/>
          <ac:spMkLst>
            <pc:docMk/>
            <pc:sldMk cId="1078887578" sldId="279"/>
            <ac:spMk id="9" creationId="{DE90E708-5F0A-7C62-3478-F115E99CC00F}"/>
          </ac:spMkLst>
        </pc:spChg>
        <pc:spChg chg="add del">
          <ac:chgData name="Michele Mason" userId="4554f33240a8a24e" providerId="LiveId" clId="{B4798D4C-57CD-47E3-AEE5-42206D0E1986}" dt="2025-11-17T22:48:27.301" v="3676" actId="26606"/>
          <ac:spMkLst>
            <pc:docMk/>
            <pc:sldMk cId="1078887578" sldId="279"/>
            <ac:spMk id="11" creationId="{23599D48-6CC8-B117-4BF3-E2F30701769C}"/>
          </ac:spMkLst>
        </pc:spChg>
        <pc:spChg chg="add del">
          <ac:chgData name="Michele Mason" userId="4554f33240a8a24e" providerId="LiveId" clId="{B4798D4C-57CD-47E3-AEE5-42206D0E1986}" dt="2025-11-17T22:49:47.433" v="3680" actId="700"/>
          <ac:spMkLst>
            <pc:docMk/>
            <pc:sldMk cId="1078887578" sldId="279"/>
            <ac:spMk id="12" creationId="{375E0459-6403-40CD-989D-56A4407CA12E}"/>
          </ac:spMkLst>
        </pc:spChg>
        <pc:spChg chg="add del">
          <ac:chgData name="Michele Mason" userId="4554f33240a8a24e" providerId="LiveId" clId="{B4798D4C-57CD-47E3-AEE5-42206D0E1986}" dt="2025-11-17T22:48:27.301" v="3676" actId="26606"/>
          <ac:spMkLst>
            <pc:docMk/>
            <pc:sldMk cId="1078887578" sldId="279"/>
            <ac:spMk id="13" creationId="{7CA49D9B-6236-3315-9963-444E338C215E}"/>
          </ac:spMkLst>
        </pc:spChg>
        <pc:spChg chg="add del">
          <ac:chgData name="Michele Mason" userId="4554f33240a8a24e" providerId="LiveId" clId="{B4798D4C-57CD-47E3-AEE5-42206D0E1986}" dt="2025-11-17T22:49:47.433" v="3680" actId="700"/>
          <ac:spMkLst>
            <pc:docMk/>
            <pc:sldMk cId="1078887578" sldId="279"/>
            <ac:spMk id="14" creationId="{53E5B1A8-3AC9-4BD1-9BBC-78CA94F2D1BA}"/>
          </ac:spMkLst>
        </pc:spChg>
        <pc:spChg chg="add del">
          <ac:chgData name="Michele Mason" userId="4554f33240a8a24e" providerId="LiveId" clId="{B4798D4C-57CD-47E3-AEE5-42206D0E1986}" dt="2025-11-17T22:48:27.301" v="3676" actId="26606"/>
          <ac:spMkLst>
            <pc:docMk/>
            <pc:sldMk cId="1078887578" sldId="279"/>
            <ac:spMk id="15" creationId="{E0002DD7-BF9D-50F0-0F52-6721EE966B8A}"/>
          </ac:spMkLst>
        </pc:spChg>
        <pc:spChg chg="add del">
          <ac:chgData name="Michele Mason" userId="4554f33240a8a24e" providerId="LiveId" clId="{B4798D4C-57CD-47E3-AEE5-42206D0E1986}" dt="2025-11-17T22:55:02.258" v="3944" actId="700"/>
          <ac:spMkLst>
            <pc:docMk/>
            <pc:sldMk cId="1078887578" sldId="279"/>
            <ac:spMk id="16" creationId="{1B15ED52-F352-441B-82BF-E0EA34836D08}"/>
          </ac:spMkLst>
        </pc:spChg>
        <pc:spChg chg="add del">
          <ac:chgData name="Michele Mason" userId="4554f33240a8a24e" providerId="LiveId" clId="{B4798D4C-57CD-47E3-AEE5-42206D0E1986}" dt="2025-11-17T22:48:27.301" v="3676" actId="26606"/>
          <ac:spMkLst>
            <pc:docMk/>
            <pc:sldMk cId="1078887578" sldId="279"/>
            <ac:spMk id="17" creationId="{E47D0E7A-8E34-2B4F-3BA1-43843559CA3B}"/>
          </ac:spMkLst>
        </pc:spChg>
        <pc:spChg chg="add del">
          <ac:chgData name="Michele Mason" userId="4554f33240a8a24e" providerId="LiveId" clId="{B4798D4C-57CD-47E3-AEE5-42206D0E1986}" dt="2025-11-17T22:55:02.258" v="3944" actId="700"/>
          <ac:spMkLst>
            <pc:docMk/>
            <pc:sldMk cId="1078887578" sldId="279"/>
            <ac:spMk id="18" creationId="{3B2E3793-BFE6-45A2-9B7B-E18844431C99}"/>
          </ac:spMkLst>
        </pc:spChg>
        <pc:spChg chg="add del">
          <ac:chgData name="Michele Mason" userId="4554f33240a8a24e" providerId="LiveId" clId="{B4798D4C-57CD-47E3-AEE5-42206D0E1986}" dt="2025-11-17T22:55:02.258" v="3944" actId="700"/>
          <ac:spMkLst>
            <pc:docMk/>
            <pc:sldMk cId="1078887578" sldId="279"/>
            <ac:spMk id="19" creationId="{BC4C4868-CB8F-4AF9-9CDB-8108F2C19B67}"/>
          </ac:spMkLst>
        </pc:spChg>
        <pc:spChg chg="add del">
          <ac:chgData name="Michele Mason" userId="4554f33240a8a24e" providerId="LiveId" clId="{B4798D4C-57CD-47E3-AEE5-42206D0E1986}" dt="2025-11-17T22:55:02.258" v="3944" actId="700"/>
          <ac:spMkLst>
            <pc:docMk/>
            <pc:sldMk cId="1078887578" sldId="279"/>
            <ac:spMk id="20" creationId="{375E0459-6403-40CD-989D-56A4407CA12E}"/>
          </ac:spMkLst>
        </pc:spChg>
        <pc:spChg chg="add del">
          <ac:chgData name="Michele Mason" userId="4554f33240a8a24e" providerId="LiveId" clId="{B4798D4C-57CD-47E3-AEE5-42206D0E1986}" dt="2025-11-17T22:55:02.258" v="3944" actId="700"/>
          <ac:spMkLst>
            <pc:docMk/>
            <pc:sldMk cId="1078887578" sldId="279"/>
            <ac:spMk id="21" creationId="{53E5B1A8-3AC9-4BD1-9BBC-78CA94F2D1BA}"/>
          </ac:spMkLst>
        </pc:spChg>
        <pc:spChg chg="add del">
          <ac:chgData name="Michele Mason" userId="4554f33240a8a24e" providerId="LiveId" clId="{B4798D4C-57CD-47E3-AEE5-42206D0E1986}" dt="2025-11-17T22:49:22.889" v="3677" actId="700"/>
          <ac:spMkLst>
            <pc:docMk/>
            <pc:sldMk cId="1078887578" sldId="279"/>
            <ac:spMk id="22" creationId="{1B15ED52-F352-441B-82BF-E0EA34836D08}"/>
          </ac:spMkLst>
        </pc:spChg>
        <pc:spChg chg="add del">
          <ac:chgData name="Michele Mason" userId="4554f33240a8a24e" providerId="LiveId" clId="{B4798D4C-57CD-47E3-AEE5-42206D0E1986}" dt="2025-11-17T22:49:22.889" v="3677" actId="700"/>
          <ac:spMkLst>
            <pc:docMk/>
            <pc:sldMk cId="1078887578" sldId="279"/>
            <ac:spMk id="24" creationId="{3B2E3793-BFE6-45A2-9B7B-E18844431C99}"/>
          </ac:spMkLst>
        </pc:spChg>
        <pc:spChg chg="add del mod">
          <ac:chgData name="Michele Mason" userId="4554f33240a8a24e" providerId="LiveId" clId="{B4798D4C-57CD-47E3-AEE5-42206D0E1986}" dt="2025-11-17T22:55:29.400" v="3950" actId="478"/>
          <ac:spMkLst>
            <pc:docMk/>
            <pc:sldMk cId="1078887578" sldId="279"/>
            <ac:spMk id="25" creationId="{04451472-8A36-7190-7A2A-B187E3303798}"/>
          </ac:spMkLst>
        </pc:spChg>
        <pc:spChg chg="add del">
          <ac:chgData name="Michele Mason" userId="4554f33240a8a24e" providerId="LiveId" clId="{B4798D4C-57CD-47E3-AEE5-42206D0E1986}" dt="2025-11-17T22:49:22.889" v="3677" actId="700"/>
          <ac:spMkLst>
            <pc:docMk/>
            <pc:sldMk cId="1078887578" sldId="279"/>
            <ac:spMk id="26" creationId="{BC4C4868-CB8F-4AF9-9CDB-8108F2C19B67}"/>
          </ac:spMkLst>
        </pc:spChg>
        <pc:spChg chg="add mod ord">
          <ac:chgData name="Michele Mason" userId="4554f33240a8a24e" providerId="LiveId" clId="{B4798D4C-57CD-47E3-AEE5-42206D0E1986}" dt="2025-11-17T23:01:36.916" v="4237" actId="20577"/>
          <ac:spMkLst>
            <pc:docMk/>
            <pc:sldMk cId="1078887578" sldId="279"/>
            <ac:spMk id="27" creationId="{8D33783A-C896-AA0D-ECAC-3EB6943363A3}"/>
          </ac:spMkLst>
        </pc:spChg>
        <pc:spChg chg="del">
          <ac:chgData name="Michele Mason" userId="4554f33240a8a24e" providerId="LiveId" clId="{B4798D4C-57CD-47E3-AEE5-42206D0E1986}" dt="2025-11-17T22:49:22.889" v="3677" actId="700"/>
          <ac:spMkLst>
            <pc:docMk/>
            <pc:sldMk cId="1078887578" sldId="279"/>
            <ac:spMk id="28" creationId="{375E0459-6403-40CD-989D-56A4407CA12E}"/>
          </ac:spMkLst>
        </pc:spChg>
        <pc:spChg chg="add mod ord">
          <ac:chgData name="Michele Mason" userId="4554f33240a8a24e" providerId="LiveId" clId="{B4798D4C-57CD-47E3-AEE5-42206D0E1986}" dt="2025-11-17T22:57:05.001" v="3994" actId="20577"/>
          <ac:spMkLst>
            <pc:docMk/>
            <pc:sldMk cId="1078887578" sldId="279"/>
            <ac:spMk id="29" creationId="{A5EC8D6B-C9B6-D3E3-35F7-56BA3AF38622}"/>
          </ac:spMkLst>
        </pc:spChg>
        <pc:spChg chg="add del">
          <ac:chgData name="Michele Mason" userId="4554f33240a8a24e" providerId="LiveId" clId="{B4798D4C-57CD-47E3-AEE5-42206D0E1986}" dt="2025-11-17T22:49:22.889" v="3677" actId="700"/>
          <ac:spMkLst>
            <pc:docMk/>
            <pc:sldMk cId="1078887578" sldId="279"/>
            <ac:spMk id="30" creationId="{53E5B1A8-3AC9-4BD1-9BBC-78CA94F2D1BA}"/>
          </ac:spMkLst>
        </pc:spChg>
        <pc:spChg chg="add mod ord">
          <ac:chgData name="Michele Mason" userId="4554f33240a8a24e" providerId="LiveId" clId="{B4798D4C-57CD-47E3-AEE5-42206D0E1986}" dt="2025-11-17T22:57:39.717" v="4054" actId="20577"/>
          <ac:spMkLst>
            <pc:docMk/>
            <pc:sldMk cId="1078887578" sldId="279"/>
            <ac:spMk id="31" creationId="{9CDE0A71-2414-CFE5-17C1-470A2651EA6C}"/>
          </ac:spMkLst>
        </pc:spChg>
        <pc:graphicFrameChg chg="del">
          <ac:chgData name="Michele Mason" userId="4554f33240a8a24e" providerId="LiveId" clId="{B4798D4C-57CD-47E3-AEE5-42206D0E1986}" dt="2025-11-17T22:45:21.496" v="3643" actId="478"/>
          <ac:graphicFrameMkLst>
            <pc:docMk/>
            <pc:sldMk cId="1078887578" sldId="279"/>
            <ac:graphicFrameMk id="10" creationId="{B99B36AF-6DB6-BEB7-BA81-FD543F4BDB77}"/>
          </ac:graphicFrameMkLst>
        </pc:graphicFrameChg>
      </pc:sldChg>
      <pc:sldChg chg="addSp delSp modSp new del mod modClrScheme chgLayout modNotesTx">
        <pc:chgData name="Michele Mason" userId="4554f33240a8a24e" providerId="LiveId" clId="{B4798D4C-57CD-47E3-AEE5-42206D0E1986}" dt="2025-11-17T23:17:27.267" v="4890" actId="2696"/>
        <pc:sldMkLst>
          <pc:docMk/>
          <pc:sldMk cId="1585808274" sldId="280"/>
        </pc:sldMkLst>
        <pc:spChg chg="del mod ord">
          <ac:chgData name="Michele Mason" userId="4554f33240a8a24e" providerId="LiveId" clId="{B4798D4C-57CD-47E3-AEE5-42206D0E1986}" dt="2025-11-17T23:05:36.350" v="4239" actId="700"/>
          <ac:spMkLst>
            <pc:docMk/>
            <pc:sldMk cId="1585808274" sldId="280"/>
            <ac:spMk id="2" creationId="{0D9EE1B9-1F28-48FF-010F-D4E80BB26ABD}"/>
          </ac:spMkLst>
        </pc:spChg>
        <pc:spChg chg="del mod ord">
          <ac:chgData name="Michele Mason" userId="4554f33240a8a24e" providerId="LiveId" clId="{B4798D4C-57CD-47E3-AEE5-42206D0E1986}" dt="2025-11-17T23:05:36.350" v="4239" actId="700"/>
          <ac:spMkLst>
            <pc:docMk/>
            <pc:sldMk cId="1585808274" sldId="280"/>
            <ac:spMk id="3" creationId="{5D3832EF-BCC8-61E5-34F2-9DC0E4B29781}"/>
          </ac:spMkLst>
        </pc:spChg>
        <pc:spChg chg="add mod ord">
          <ac:chgData name="Michele Mason" userId="4554f33240a8a24e" providerId="LiveId" clId="{B4798D4C-57CD-47E3-AEE5-42206D0E1986}" dt="2025-11-17T23:13:26.700" v="4791" actId="700"/>
          <ac:spMkLst>
            <pc:docMk/>
            <pc:sldMk cId="1585808274" sldId="280"/>
            <ac:spMk id="4" creationId="{81321706-1E8A-D641-BCC3-9A1C0F90CE8D}"/>
          </ac:spMkLst>
        </pc:spChg>
        <pc:spChg chg="add mod ord">
          <ac:chgData name="Michele Mason" userId="4554f33240a8a24e" providerId="LiveId" clId="{B4798D4C-57CD-47E3-AEE5-42206D0E1986}" dt="2025-11-17T23:13:26.700" v="4791" actId="700"/>
          <ac:spMkLst>
            <pc:docMk/>
            <pc:sldMk cId="1585808274" sldId="280"/>
            <ac:spMk id="5" creationId="{74E67244-E153-AB02-C04C-2D8CA5BBF8B1}"/>
          </ac:spMkLst>
        </pc:spChg>
        <pc:spChg chg="add mod ord">
          <ac:chgData name="Michele Mason" userId="4554f33240a8a24e" providerId="LiveId" clId="{B4798D4C-57CD-47E3-AEE5-42206D0E1986}" dt="2025-11-17T23:13:26.700" v="4791" actId="700"/>
          <ac:spMkLst>
            <pc:docMk/>
            <pc:sldMk cId="1585808274" sldId="280"/>
            <ac:spMk id="6" creationId="{A5B94607-34BB-F8FE-03B0-A163D6FD76DB}"/>
          </ac:spMkLst>
        </pc:spChg>
        <pc:spChg chg="add mod ord">
          <ac:chgData name="Michele Mason" userId="4554f33240a8a24e" providerId="LiveId" clId="{B4798D4C-57CD-47E3-AEE5-42206D0E1986}" dt="2025-11-17T23:13:26.700" v="4791" actId="700"/>
          <ac:spMkLst>
            <pc:docMk/>
            <pc:sldMk cId="1585808274" sldId="280"/>
            <ac:spMk id="7" creationId="{60F8C82A-7BC9-E0E0-9490-ACB9C2142EFB}"/>
          </ac:spMkLst>
        </pc:spChg>
        <pc:spChg chg="add del mod ord">
          <ac:chgData name="Michele Mason" userId="4554f33240a8a24e" providerId="LiveId" clId="{B4798D4C-57CD-47E3-AEE5-42206D0E1986}" dt="2025-11-17T23:16:57.221" v="4889" actId="26606"/>
          <ac:spMkLst>
            <pc:docMk/>
            <pc:sldMk cId="1585808274" sldId="280"/>
            <ac:spMk id="8" creationId="{C1994868-53B5-E3A7-29DA-BFE22B318090}"/>
          </ac:spMkLst>
        </pc:spChg>
        <pc:graphicFrameChg chg="add del">
          <ac:chgData name="Michele Mason" userId="4554f33240a8a24e" providerId="LiveId" clId="{B4798D4C-57CD-47E3-AEE5-42206D0E1986}" dt="2025-11-17T23:16:37.166" v="4887" actId="26606"/>
          <ac:graphicFrameMkLst>
            <pc:docMk/>
            <pc:sldMk cId="1585808274" sldId="280"/>
            <ac:graphicFrameMk id="10" creationId="{0548F51F-2CBE-7934-2905-8E9976BC9C14}"/>
          </ac:graphicFrameMkLst>
        </pc:graphicFrameChg>
        <pc:graphicFrameChg chg="add del">
          <ac:chgData name="Michele Mason" userId="4554f33240a8a24e" providerId="LiveId" clId="{B4798D4C-57CD-47E3-AEE5-42206D0E1986}" dt="2025-11-17T23:16:57.221" v="4889" actId="26606"/>
          <ac:graphicFrameMkLst>
            <pc:docMk/>
            <pc:sldMk cId="1585808274" sldId="280"/>
            <ac:graphicFrameMk id="12" creationId="{F4603F69-9401-3904-2BBB-3BA9EC7B7580}"/>
          </ac:graphicFrameMkLst>
        </pc:graphicFrameChg>
      </pc:sldChg>
      <pc:sldChg chg="addSp delSp modSp new del mod ord modClrScheme chgLayout">
        <pc:chgData name="Michele Mason" userId="4554f33240a8a24e" providerId="LiveId" clId="{B4798D4C-57CD-47E3-AEE5-42206D0E1986}" dt="2025-11-17T23:13:13.183" v="4786" actId="2696"/>
        <pc:sldMkLst>
          <pc:docMk/>
          <pc:sldMk cId="2467708950" sldId="281"/>
        </pc:sldMkLst>
        <pc:spChg chg="del mod ord">
          <ac:chgData name="Michele Mason" userId="4554f33240a8a24e" providerId="LiveId" clId="{B4798D4C-57CD-47E3-AEE5-42206D0E1986}" dt="2025-11-17T23:12:49.784" v="4740" actId="700"/>
          <ac:spMkLst>
            <pc:docMk/>
            <pc:sldMk cId="2467708950" sldId="281"/>
            <ac:spMk id="2" creationId="{4411567F-581A-E67A-CC0E-D75AC833E17B}"/>
          </ac:spMkLst>
        </pc:spChg>
        <pc:spChg chg="del mod ord">
          <ac:chgData name="Michele Mason" userId="4554f33240a8a24e" providerId="LiveId" clId="{B4798D4C-57CD-47E3-AEE5-42206D0E1986}" dt="2025-11-17T23:12:49.784" v="4740" actId="700"/>
          <ac:spMkLst>
            <pc:docMk/>
            <pc:sldMk cId="2467708950" sldId="281"/>
            <ac:spMk id="3" creationId="{1B56F9D0-1A44-CFE9-D15B-AD15B939AFB1}"/>
          </ac:spMkLst>
        </pc:spChg>
        <pc:spChg chg="add mod ord">
          <ac:chgData name="Michele Mason" userId="4554f33240a8a24e" providerId="LiveId" clId="{B4798D4C-57CD-47E3-AEE5-42206D0E1986}" dt="2025-11-17T23:12:59.334" v="4753" actId="20577"/>
          <ac:spMkLst>
            <pc:docMk/>
            <pc:sldMk cId="2467708950" sldId="281"/>
            <ac:spMk id="4" creationId="{D9E87C65-6708-557C-0778-94DB3E741F67}"/>
          </ac:spMkLst>
        </pc:spChg>
        <pc:spChg chg="add mod ord">
          <ac:chgData name="Michele Mason" userId="4554f33240a8a24e" providerId="LiveId" clId="{B4798D4C-57CD-47E3-AEE5-42206D0E1986}" dt="2025-11-17T23:13:07.617" v="4785" actId="20577"/>
          <ac:spMkLst>
            <pc:docMk/>
            <pc:sldMk cId="2467708950" sldId="281"/>
            <ac:spMk id="5" creationId="{3C8E44DF-0F5B-26EB-44E1-A8F4CD45E65D}"/>
          </ac:spMkLst>
        </pc:spChg>
        <pc:spChg chg="add mod ord">
          <ac:chgData name="Michele Mason" userId="4554f33240a8a24e" providerId="LiveId" clId="{B4798D4C-57CD-47E3-AEE5-42206D0E1986}" dt="2025-11-17T23:12:49.784" v="4740" actId="700"/>
          <ac:spMkLst>
            <pc:docMk/>
            <pc:sldMk cId="2467708950" sldId="281"/>
            <ac:spMk id="6" creationId="{4BEE9563-34DA-10FB-82DB-6259414CE2D9}"/>
          </ac:spMkLst>
        </pc:spChg>
        <pc:spChg chg="add mod ord">
          <ac:chgData name="Michele Mason" userId="4554f33240a8a24e" providerId="LiveId" clId="{B4798D4C-57CD-47E3-AEE5-42206D0E1986}" dt="2025-11-17T23:12:49.784" v="4740" actId="700"/>
          <ac:spMkLst>
            <pc:docMk/>
            <pc:sldMk cId="2467708950" sldId="281"/>
            <ac:spMk id="7" creationId="{81A2CF0C-60C6-7888-E527-FBFABB59406C}"/>
          </ac:spMkLst>
        </pc:spChg>
        <pc:spChg chg="add mod ord">
          <ac:chgData name="Michele Mason" userId="4554f33240a8a24e" providerId="LiveId" clId="{B4798D4C-57CD-47E3-AEE5-42206D0E1986}" dt="2025-11-17T23:12:49.784" v="4740" actId="700"/>
          <ac:spMkLst>
            <pc:docMk/>
            <pc:sldMk cId="2467708950" sldId="281"/>
            <ac:spMk id="8" creationId="{6AECF847-F424-5281-35C0-92B92C7E5475}"/>
          </ac:spMkLst>
        </pc:spChg>
      </pc:sldChg>
      <pc:sldChg chg="addSp delSp modSp new del mod setBg setClrOvrMap modNotesTx">
        <pc:chgData name="Michele Mason" userId="4554f33240a8a24e" providerId="LiveId" clId="{B4798D4C-57CD-47E3-AEE5-42206D0E1986}" dt="2025-11-17T23:24:17.384" v="5188" actId="2696"/>
        <pc:sldMkLst>
          <pc:docMk/>
          <pc:sldMk cId="3492480543" sldId="281"/>
        </pc:sldMkLst>
        <pc:spChg chg="mod">
          <ac:chgData name="Michele Mason" userId="4554f33240a8a24e" providerId="LiveId" clId="{B4798D4C-57CD-47E3-AEE5-42206D0E1986}" dt="2025-11-17T23:17:45.284" v="4892" actId="26606"/>
          <ac:spMkLst>
            <pc:docMk/>
            <pc:sldMk cId="3492480543" sldId="281"/>
            <ac:spMk id="2" creationId="{F541E346-82BF-294F-6341-9A5EC7DC63FB}"/>
          </ac:spMkLst>
        </pc:spChg>
        <pc:spChg chg="mod">
          <ac:chgData name="Michele Mason" userId="4554f33240a8a24e" providerId="LiveId" clId="{B4798D4C-57CD-47E3-AEE5-42206D0E1986}" dt="2025-11-17T23:17:45.284" v="4892" actId="26606"/>
          <ac:spMkLst>
            <pc:docMk/>
            <pc:sldMk cId="3492480543" sldId="281"/>
            <ac:spMk id="3" creationId="{20B11691-B5A8-49B2-9BE7-8FD0B6911CAE}"/>
          </ac:spMkLst>
        </pc:spChg>
        <pc:spChg chg="mod">
          <ac:chgData name="Michele Mason" userId="4554f33240a8a24e" providerId="LiveId" clId="{B4798D4C-57CD-47E3-AEE5-42206D0E1986}" dt="2025-11-17T23:17:45.284" v="4892" actId="26606"/>
          <ac:spMkLst>
            <pc:docMk/>
            <pc:sldMk cId="3492480543" sldId="281"/>
            <ac:spMk id="4" creationId="{049B6406-9DDF-D574-5AD9-6544533A66E1}"/>
          </ac:spMkLst>
        </pc:spChg>
        <pc:spChg chg="add del">
          <ac:chgData name="Michele Mason" userId="4554f33240a8a24e" providerId="LiveId" clId="{B4798D4C-57CD-47E3-AEE5-42206D0E1986}" dt="2025-11-17T23:17:45.284" v="4892" actId="26606"/>
          <ac:spMkLst>
            <pc:docMk/>
            <pc:sldMk cId="3492480543" sldId="281"/>
            <ac:spMk id="9" creationId="{10F24D38-B79E-44B4-830E-043F45D96DC2}"/>
          </ac:spMkLst>
        </pc:spChg>
        <pc:cxnChg chg="add del">
          <ac:chgData name="Michele Mason" userId="4554f33240a8a24e" providerId="LiveId" clId="{B4798D4C-57CD-47E3-AEE5-42206D0E1986}" dt="2025-11-17T23:17:45.284" v="4892" actId="26606"/>
          <ac:cxnSpMkLst>
            <pc:docMk/>
            <pc:sldMk cId="3492480543" sldId="281"/>
            <ac:cxnSpMk id="11" creationId="{FC469874-256B-45B3-A79C-7591B4BA1ECC}"/>
          </ac:cxnSpMkLst>
        </pc:cxnChg>
      </pc:sldChg>
      <pc:sldChg chg="addSp delSp modSp add mod ord modClrScheme delDesignElem chgLayout modNotesTx">
        <pc:chgData name="Michele Mason" userId="4554f33240a8a24e" providerId="LiveId" clId="{B4798D4C-57CD-47E3-AEE5-42206D0E1986}" dt="2025-11-17T23:24:04.426" v="5187" actId="255"/>
        <pc:sldMkLst>
          <pc:docMk/>
          <pc:sldMk cId="3003867977" sldId="282"/>
        </pc:sldMkLst>
        <pc:spChg chg="mod ord">
          <ac:chgData name="Michele Mason" userId="4554f33240a8a24e" providerId="LiveId" clId="{B4798D4C-57CD-47E3-AEE5-42206D0E1986}" dt="2025-11-17T23:21:20.567" v="5096" actId="20577"/>
          <ac:spMkLst>
            <pc:docMk/>
            <pc:sldMk cId="3003867977" sldId="282"/>
            <ac:spMk id="2" creationId="{6F90CC82-59B9-2E49-0452-570E0D94AE37}"/>
          </ac:spMkLst>
        </pc:spChg>
        <pc:spChg chg="add del mod ord">
          <ac:chgData name="Michele Mason" userId="4554f33240a8a24e" providerId="LiveId" clId="{B4798D4C-57CD-47E3-AEE5-42206D0E1986}" dt="2025-11-17T23:23:43.104" v="5184" actId="255"/>
          <ac:spMkLst>
            <pc:docMk/>
            <pc:sldMk cId="3003867977" sldId="282"/>
            <ac:spMk id="4" creationId="{F5E80B8E-2FEE-4345-958A-CF567813C0FE}"/>
          </ac:spMkLst>
        </pc:spChg>
        <pc:spChg chg="add del mod ord">
          <ac:chgData name="Michele Mason" userId="4554f33240a8a24e" providerId="LiveId" clId="{B4798D4C-57CD-47E3-AEE5-42206D0E1986}" dt="2025-11-17T23:21:00.067" v="5054" actId="700"/>
          <ac:spMkLst>
            <pc:docMk/>
            <pc:sldMk cId="3003867977" sldId="282"/>
            <ac:spMk id="5" creationId="{2AB3A438-F791-048A-3E68-F56C4DB69907}"/>
          </ac:spMkLst>
        </pc:spChg>
        <pc:spChg chg="add del mod ord">
          <ac:chgData name="Michele Mason" userId="4554f33240a8a24e" providerId="LiveId" clId="{B4798D4C-57CD-47E3-AEE5-42206D0E1986}" dt="2025-11-17T23:21:00.067" v="5054" actId="700"/>
          <ac:spMkLst>
            <pc:docMk/>
            <pc:sldMk cId="3003867977" sldId="282"/>
            <ac:spMk id="6" creationId="{45DD981E-D731-3D36-21D3-39A8EEA68C11}"/>
          </ac:spMkLst>
        </pc:spChg>
        <pc:spChg chg="add del mod">
          <ac:chgData name="Michele Mason" userId="4554f33240a8a24e" providerId="LiveId" clId="{B4798D4C-57CD-47E3-AEE5-42206D0E1986}" dt="2025-11-17T23:22:40.639" v="5177"/>
          <ac:spMkLst>
            <pc:docMk/>
            <pc:sldMk cId="3003867977" sldId="282"/>
            <ac:spMk id="7" creationId="{458F6022-AE77-9DE4-43A1-11BE5FC75180}"/>
          </ac:spMkLst>
        </pc:spChg>
        <pc:spChg chg="add mod">
          <ac:chgData name="Michele Mason" userId="4554f33240a8a24e" providerId="LiveId" clId="{B4798D4C-57CD-47E3-AEE5-42206D0E1986}" dt="2025-11-17T23:24:04.426" v="5187" actId="255"/>
          <ac:spMkLst>
            <pc:docMk/>
            <pc:sldMk cId="3003867977" sldId="282"/>
            <ac:spMk id="9" creationId="{06AFF86F-3F5C-3A38-4B4D-515B3DCAA6C3}"/>
          </ac:spMkLst>
        </pc:spChg>
        <pc:spChg chg="add del">
          <ac:chgData name="Michele Mason" userId="4554f33240a8a24e" providerId="LiveId" clId="{B4798D4C-57CD-47E3-AEE5-42206D0E1986}" dt="2025-11-17T23:21:00.067" v="5054" actId="700"/>
          <ac:spMkLst>
            <pc:docMk/>
            <pc:sldMk cId="3003867977" sldId="282"/>
            <ac:spMk id="13" creationId="{9C398522-88FE-A692-51B6-B17DC23C84C0}"/>
          </ac:spMkLst>
        </pc:spChg>
        <pc:spChg chg="add del">
          <ac:chgData name="Michele Mason" userId="4554f33240a8a24e" providerId="LiveId" clId="{B4798D4C-57CD-47E3-AEE5-42206D0E1986}" dt="2025-11-17T23:21:00.067" v="5054" actId="700"/>
          <ac:spMkLst>
            <pc:docMk/>
            <pc:sldMk cId="3003867977" sldId="282"/>
            <ac:spMk id="15" creationId="{DAE87222-DA35-BDB4-2D93-5896B04AA6F9}"/>
          </ac:spMkLst>
        </pc:spChg>
        <pc:spChg chg="add del">
          <ac:chgData name="Michele Mason" userId="4554f33240a8a24e" providerId="LiveId" clId="{B4798D4C-57CD-47E3-AEE5-42206D0E1986}" dt="2025-11-17T23:21:00.067" v="5054" actId="700"/>
          <ac:spMkLst>
            <pc:docMk/>
            <pc:sldMk cId="3003867977" sldId="282"/>
            <ac:spMk id="17" creationId="{089C5DB7-6796-4B9D-8CF0-E986B6343348}"/>
          </ac:spMkLst>
        </pc:spChg>
        <pc:spChg chg="add del">
          <ac:chgData name="Michele Mason" userId="4554f33240a8a24e" providerId="LiveId" clId="{B4798D4C-57CD-47E3-AEE5-42206D0E1986}" dt="2025-11-17T23:21:00.067" v="5054" actId="700"/>
          <ac:spMkLst>
            <pc:docMk/>
            <pc:sldMk cId="3003867977" sldId="282"/>
            <ac:spMk id="19" creationId="{7922BFC4-8787-65D6-E4D0-CD065AAA7532}"/>
          </ac:spMkLst>
        </pc:spChg>
        <pc:graphicFrameChg chg="del">
          <ac:chgData name="Michele Mason" userId="4554f33240a8a24e" providerId="LiveId" clId="{B4798D4C-57CD-47E3-AEE5-42206D0E1986}" dt="2025-11-17T23:20:50.850" v="5052" actId="478"/>
          <ac:graphicFrameMkLst>
            <pc:docMk/>
            <pc:sldMk cId="3003867977" sldId="282"/>
            <ac:graphicFrameMk id="8" creationId="{30726080-299D-B150-18DE-3C0AFF562E6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63F97D-0713-441F-89BF-BD9A48964F8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E63AE0-6669-4647-969D-D6C8174B4FF8}">
      <dgm:prSet/>
      <dgm:spPr/>
      <dgm:t>
        <a:bodyPr/>
        <a:lstStyle/>
        <a:p>
          <a:r>
            <a:rPr lang="en-US" dirty="0"/>
            <a:t>Calculate cumulative and % sales</a:t>
          </a:r>
        </a:p>
      </dgm:t>
    </dgm:pt>
    <dgm:pt modelId="{9EDF11C8-C80B-44E0-9540-0A6EA83D0A2A}" type="parTrans" cxnId="{3FD0FFD4-40B9-4406-9CB3-2A231AAC0EEB}">
      <dgm:prSet/>
      <dgm:spPr/>
      <dgm:t>
        <a:bodyPr/>
        <a:lstStyle/>
        <a:p>
          <a:endParaRPr lang="en-US"/>
        </a:p>
      </dgm:t>
    </dgm:pt>
    <dgm:pt modelId="{7502DAF4-8548-48CA-9681-C3AF7142D7E5}" type="sibTrans" cxnId="{3FD0FFD4-40B9-4406-9CB3-2A231AAC0EEB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2E47053E-9CD5-4377-8E50-2E7AD41E7BDA}">
      <dgm:prSet/>
      <dgm:spPr/>
      <dgm:t>
        <a:bodyPr/>
        <a:lstStyle/>
        <a:p>
          <a:r>
            <a:rPr lang="en-US" dirty="0"/>
            <a:t>Rank items individually A,B, C, or D; A, most important, and D, least important</a:t>
          </a:r>
        </a:p>
      </dgm:t>
    </dgm:pt>
    <dgm:pt modelId="{6B246110-5B41-4F1A-8BE4-0CA280522CC2}" type="parTrans" cxnId="{E1C81344-FD88-4E05-AA8B-5F52226989C6}">
      <dgm:prSet/>
      <dgm:spPr/>
      <dgm:t>
        <a:bodyPr/>
        <a:lstStyle/>
        <a:p>
          <a:endParaRPr lang="en-US"/>
        </a:p>
      </dgm:t>
    </dgm:pt>
    <dgm:pt modelId="{FF5C006A-647D-40F5-AE83-859CC161BAB6}" type="sibTrans" cxnId="{E1C81344-FD88-4E05-AA8B-5F52226989C6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8D43E79B-DFB1-4EF3-BE83-16BB657E50D1}">
      <dgm:prSet/>
      <dgm:spPr/>
      <dgm:t>
        <a:bodyPr/>
        <a:lstStyle/>
        <a:p>
          <a:r>
            <a:rPr lang="en-US" dirty="0"/>
            <a:t>Calculate weighting and spread</a:t>
          </a:r>
        </a:p>
      </dgm:t>
    </dgm:pt>
    <dgm:pt modelId="{68B9CEE5-8508-419C-8F97-E7032557E001}" type="parTrans" cxnId="{49BA2FDE-C748-42C5-96B9-7B364EECA517}">
      <dgm:prSet/>
      <dgm:spPr/>
      <dgm:t>
        <a:bodyPr/>
        <a:lstStyle/>
        <a:p>
          <a:endParaRPr lang="en-US"/>
        </a:p>
      </dgm:t>
    </dgm:pt>
    <dgm:pt modelId="{8E0E2F52-0833-42EE-8343-7E9A12096A18}" type="sibTrans" cxnId="{49BA2FDE-C748-42C5-96B9-7B364EECA517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CBADBCA8-EC21-4E36-8F8B-81C5E613E546}">
      <dgm:prSet/>
      <dgm:spPr/>
      <dgm:t>
        <a:bodyPr/>
        <a:lstStyle/>
        <a:p>
          <a:r>
            <a:rPr lang="en-US" dirty="0"/>
            <a:t>Evaluate data for a final ranking</a:t>
          </a:r>
        </a:p>
      </dgm:t>
    </dgm:pt>
    <dgm:pt modelId="{744A8412-032B-4437-9C55-1D2A0BEBA0F6}" type="parTrans" cxnId="{22CDBF13-2D48-4CB5-B800-510D94D1446C}">
      <dgm:prSet/>
      <dgm:spPr/>
      <dgm:t>
        <a:bodyPr/>
        <a:lstStyle/>
        <a:p>
          <a:endParaRPr lang="en-US"/>
        </a:p>
      </dgm:t>
    </dgm:pt>
    <dgm:pt modelId="{D4678543-C710-4180-A84E-F93AE1551B69}" type="sibTrans" cxnId="{22CDBF13-2D48-4CB5-B800-510D94D1446C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5BB15DC6-A09D-4E17-B72D-B47C8503792A}" type="pres">
      <dgm:prSet presAssocID="{9763F97D-0713-441F-89BF-BD9A48964F82}" presName="Name0" presStyleCnt="0">
        <dgm:presLayoutVars>
          <dgm:animLvl val="lvl"/>
          <dgm:resizeHandles val="exact"/>
        </dgm:presLayoutVars>
      </dgm:prSet>
      <dgm:spPr/>
    </dgm:pt>
    <dgm:pt modelId="{DA5BE067-EFB7-4819-9E7F-1BCB97D215FF}" type="pres">
      <dgm:prSet presAssocID="{C7E63AE0-6669-4647-969D-D6C8174B4FF8}" presName="compositeNode" presStyleCnt="0">
        <dgm:presLayoutVars>
          <dgm:bulletEnabled val="1"/>
        </dgm:presLayoutVars>
      </dgm:prSet>
      <dgm:spPr/>
    </dgm:pt>
    <dgm:pt modelId="{8521EBEB-249F-4B35-88DF-BE0325A1348B}" type="pres">
      <dgm:prSet presAssocID="{C7E63AE0-6669-4647-969D-D6C8174B4FF8}" presName="bgRect" presStyleLbl="bgAccFollowNode1" presStyleIdx="0" presStyleCnt="4"/>
      <dgm:spPr/>
    </dgm:pt>
    <dgm:pt modelId="{062B9E8B-D0E6-4F58-9A55-4C72D64A7331}" type="pres">
      <dgm:prSet presAssocID="{7502DAF4-8548-48CA-9681-C3AF7142D7E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C861528-D55B-4180-9E4F-CDAB59BC38F4}" type="pres">
      <dgm:prSet presAssocID="{C7E63AE0-6669-4647-969D-D6C8174B4FF8}" presName="bottomLine" presStyleLbl="alignNode1" presStyleIdx="1" presStyleCnt="8">
        <dgm:presLayoutVars/>
      </dgm:prSet>
      <dgm:spPr/>
    </dgm:pt>
    <dgm:pt modelId="{15744534-93BF-41A1-997A-B504BCD97A3C}" type="pres">
      <dgm:prSet presAssocID="{C7E63AE0-6669-4647-969D-D6C8174B4FF8}" presName="nodeText" presStyleLbl="bgAccFollowNode1" presStyleIdx="0" presStyleCnt="4">
        <dgm:presLayoutVars>
          <dgm:bulletEnabled val="1"/>
        </dgm:presLayoutVars>
      </dgm:prSet>
      <dgm:spPr/>
    </dgm:pt>
    <dgm:pt modelId="{05435A42-8879-4B50-A559-7C267263BEC1}" type="pres">
      <dgm:prSet presAssocID="{7502DAF4-8548-48CA-9681-C3AF7142D7E5}" presName="sibTrans" presStyleCnt="0"/>
      <dgm:spPr/>
    </dgm:pt>
    <dgm:pt modelId="{C6604686-A5E3-4AEF-A90E-11173DBEC7D2}" type="pres">
      <dgm:prSet presAssocID="{2E47053E-9CD5-4377-8E50-2E7AD41E7BDA}" presName="compositeNode" presStyleCnt="0">
        <dgm:presLayoutVars>
          <dgm:bulletEnabled val="1"/>
        </dgm:presLayoutVars>
      </dgm:prSet>
      <dgm:spPr/>
    </dgm:pt>
    <dgm:pt modelId="{F311F336-1011-4F27-98B7-E9CB910A065C}" type="pres">
      <dgm:prSet presAssocID="{2E47053E-9CD5-4377-8E50-2E7AD41E7BDA}" presName="bgRect" presStyleLbl="bgAccFollowNode1" presStyleIdx="1" presStyleCnt="4"/>
      <dgm:spPr/>
    </dgm:pt>
    <dgm:pt modelId="{478A272F-5FDA-41BD-8A4D-0A6480E7D083}" type="pres">
      <dgm:prSet presAssocID="{FF5C006A-647D-40F5-AE83-859CC161BAB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BF2D4CC6-06DF-4723-8341-7CAF99583581}" type="pres">
      <dgm:prSet presAssocID="{2E47053E-9CD5-4377-8E50-2E7AD41E7BDA}" presName="bottomLine" presStyleLbl="alignNode1" presStyleIdx="3" presStyleCnt="8">
        <dgm:presLayoutVars/>
      </dgm:prSet>
      <dgm:spPr/>
    </dgm:pt>
    <dgm:pt modelId="{2007708F-EC52-467F-9C09-33745D7DB8FA}" type="pres">
      <dgm:prSet presAssocID="{2E47053E-9CD5-4377-8E50-2E7AD41E7BDA}" presName="nodeText" presStyleLbl="bgAccFollowNode1" presStyleIdx="1" presStyleCnt="4">
        <dgm:presLayoutVars>
          <dgm:bulletEnabled val="1"/>
        </dgm:presLayoutVars>
      </dgm:prSet>
      <dgm:spPr/>
    </dgm:pt>
    <dgm:pt modelId="{9D77134A-0FAB-4074-B2CD-498F204AE7F5}" type="pres">
      <dgm:prSet presAssocID="{FF5C006A-647D-40F5-AE83-859CC161BAB6}" presName="sibTrans" presStyleCnt="0"/>
      <dgm:spPr/>
    </dgm:pt>
    <dgm:pt modelId="{5C9ECF79-12BB-49C7-A14B-D30210E58F02}" type="pres">
      <dgm:prSet presAssocID="{8D43E79B-DFB1-4EF3-BE83-16BB657E50D1}" presName="compositeNode" presStyleCnt="0">
        <dgm:presLayoutVars>
          <dgm:bulletEnabled val="1"/>
        </dgm:presLayoutVars>
      </dgm:prSet>
      <dgm:spPr/>
    </dgm:pt>
    <dgm:pt modelId="{4CC55776-B3D8-4BD4-9716-1568ABFA294C}" type="pres">
      <dgm:prSet presAssocID="{8D43E79B-DFB1-4EF3-BE83-16BB657E50D1}" presName="bgRect" presStyleLbl="bgAccFollowNode1" presStyleIdx="2" presStyleCnt="4"/>
      <dgm:spPr/>
    </dgm:pt>
    <dgm:pt modelId="{F4FF48D6-C169-40B9-AB82-DF2D0D2FEFCA}" type="pres">
      <dgm:prSet presAssocID="{8E0E2F52-0833-42EE-8343-7E9A12096A1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A6CE361-4A08-4DAC-8123-4CEA6DA23CE4}" type="pres">
      <dgm:prSet presAssocID="{8D43E79B-DFB1-4EF3-BE83-16BB657E50D1}" presName="bottomLine" presStyleLbl="alignNode1" presStyleIdx="5" presStyleCnt="8">
        <dgm:presLayoutVars/>
      </dgm:prSet>
      <dgm:spPr/>
    </dgm:pt>
    <dgm:pt modelId="{26553276-28B2-4636-8E3F-D55DE966C537}" type="pres">
      <dgm:prSet presAssocID="{8D43E79B-DFB1-4EF3-BE83-16BB657E50D1}" presName="nodeText" presStyleLbl="bgAccFollowNode1" presStyleIdx="2" presStyleCnt="4">
        <dgm:presLayoutVars>
          <dgm:bulletEnabled val="1"/>
        </dgm:presLayoutVars>
      </dgm:prSet>
      <dgm:spPr/>
    </dgm:pt>
    <dgm:pt modelId="{B4525369-0544-49A2-9911-E4459758A103}" type="pres">
      <dgm:prSet presAssocID="{8E0E2F52-0833-42EE-8343-7E9A12096A18}" presName="sibTrans" presStyleCnt="0"/>
      <dgm:spPr/>
    </dgm:pt>
    <dgm:pt modelId="{244A8D47-B517-4E39-9012-1884407EB242}" type="pres">
      <dgm:prSet presAssocID="{CBADBCA8-EC21-4E36-8F8B-81C5E613E546}" presName="compositeNode" presStyleCnt="0">
        <dgm:presLayoutVars>
          <dgm:bulletEnabled val="1"/>
        </dgm:presLayoutVars>
      </dgm:prSet>
      <dgm:spPr/>
    </dgm:pt>
    <dgm:pt modelId="{FB443068-4865-4FA9-BC11-9BB138EF895F}" type="pres">
      <dgm:prSet presAssocID="{CBADBCA8-EC21-4E36-8F8B-81C5E613E546}" presName="bgRect" presStyleLbl="bgAccFollowNode1" presStyleIdx="3" presStyleCnt="4"/>
      <dgm:spPr/>
    </dgm:pt>
    <dgm:pt modelId="{8753A914-68A8-4A7D-9823-988A817BB382}" type="pres">
      <dgm:prSet presAssocID="{D4678543-C710-4180-A84E-F93AE1551B6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7344D2B-9E27-4B61-A8C6-827A837A9C3F}" type="pres">
      <dgm:prSet presAssocID="{CBADBCA8-EC21-4E36-8F8B-81C5E613E546}" presName="bottomLine" presStyleLbl="alignNode1" presStyleIdx="7" presStyleCnt="8">
        <dgm:presLayoutVars/>
      </dgm:prSet>
      <dgm:spPr/>
    </dgm:pt>
    <dgm:pt modelId="{E8DDBADA-2872-476A-A76E-EA0EF0496F37}" type="pres">
      <dgm:prSet presAssocID="{CBADBCA8-EC21-4E36-8F8B-81C5E613E546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BC57513-3A76-469E-8642-0C1BEE20A197}" type="presOf" srcId="{CBADBCA8-EC21-4E36-8F8B-81C5E613E546}" destId="{FB443068-4865-4FA9-BC11-9BB138EF895F}" srcOrd="0" destOrd="0" presId="urn:microsoft.com/office/officeart/2016/7/layout/BasicLinearProcessNumbered"/>
    <dgm:cxn modelId="{22CDBF13-2D48-4CB5-B800-510D94D1446C}" srcId="{9763F97D-0713-441F-89BF-BD9A48964F82}" destId="{CBADBCA8-EC21-4E36-8F8B-81C5E613E546}" srcOrd="3" destOrd="0" parTransId="{744A8412-032B-4437-9C55-1D2A0BEBA0F6}" sibTransId="{D4678543-C710-4180-A84E-F93AE1551B69}"/>
    <dgm:cxn modelId="{C5857424-CCAA-4A1E-9822-F664125BAC5D}" type="presOf" srcId="{D4678543-C710-4180-A84E-F93AE1551B69}" destId="{8753A914-68A8-4A7D-9823-988A817BB382}" srcOrd="0" destOrd="0" presId="urn:microsoft.com/office/officeart/2016/7/layout/BasicLinearProcessNumbered"/>
    <dgm:cxn modelId="{03296C26-C073-4207-A4F1-1EAB1B974B9F}" type="presOf" srcId="{C7E63AE0-6669-4647-969D-D6C8174B4FF8}" destId="{15744534-93BF-41A1-997A-B504BCD97A3C}" srcOrd="1" destOrd="0" presId="urn:microsoft.com/office/officeart/2016/7/layout/BasicLinearProcessNumbered"/>
    <dgm:cxn modelId="{596AB839-DD5E-496B-BFA7-DE5A60AF91EA}" type="presOf" srcId="{8D43E79B-DFB1-4EF3-BE83-16BB657E50D1}" destId="{26553276-28B2-4636-8E3F-D55DE966C537}" srcOrd="1" destOrd="0" presId="urn:microsoft.com/office/officeart/2016/7/layout/BasicLinearProcessNumbered"/>
    <dgm:cxn modelId="{115F5A40-CD09-4C3A-B649-32ABB79D3DA2}" type="presOf" srcId="{CBADBCA8-EC21-4E36-8F8B-81C5E613E546}" destId="{E8DDBADA-2872-476A-A76E-EA0EF0496F37}" srcOrd="1" destOrd="0" presId="urn:microsoft.com/office/officeart/2016/7/layout/BasicLinearProcessNumbered"/>
    <dgm:cxn modelId="{E1C81344-FD88-4E05-AA8B-5F52226989C6}" srcId="{9763F97D-0713-441F-89BF-BD9A48964F82}" destId="{2E47053E-9CD5-4377-8E50-2E7AD41E7BDA}" srcOrd="1" destOrd="0" parTransId="{6B246110-5B41-4F1A-8BE4-0CA280522CC2}" sibTransId="{FF5C006A-647D-40F5-AE83-859CC161BAB6}"/>
    <dgm:cxn modelId="{D6B72146-E52B-4B22-8220-6A6B640C3E63}" type="presOf" srcId="{8D43E79B-DFB1-4EF3-BE83-16BB657E50D1}" destId="{4CC55776-B3D8-4BD4-9716-1568ABFA294C}" srcOrd="0" destOrd="0" presId="urn:microsoft.com/office/officeart/2016/7/layout/BasicLinearProcessNumbered"/>
    <dgm:cxn modelId="{021D1C8F-C94C-42AD-9259-D6A6358E2A98}" type="presOf" srcId="{2E47053E-9CD5-4377-8E50-2E7AD41E7BDA}" destId="{F311F336-1011-4F27-98B7-E9CB910A065C}" srcOrd="0" destOrd="0" presId="urn:microsoft.com/office/officeart/2016/7/layout/BasicLinearProcessNumbered"/>
    <dgm:cxn modelId="{FB196A95-C405-4FD6-B1E6-774F3E70319A}" type="presOf" srcId="{2E47053E-9CD5-4377-8E50-2E7AD41E7BDA}" destId="{2007708F-EC52-467F-9C09-33745D7DB8FA}" srcOrd="1" destOrd="0" presId="urn:microsoft.com/office/officeart/2016/7/layout/BasicLinearProcessNumbered"/>
    <dgm:cxn modelId="{00A22AD1-6708-4C85-933A-3EF6DEB61A7B}" type="presOf" srcId="{7502DAF4-8548-48CA-9681-C3AF7142D7E5}" destId="{062B9E8B-D0E6-4F58-9A55-4C72D64A7331}" srcOrd="0" destOrd="0" presId="urn:microsoft.com/office/officeart/2016/7/layout/BasicLinearProcessNumbered"/>
    <dgm:cxn modelId="{3FD0FFD4-40B9-4406-9CB3-2A231AAC0EEB}" srcId="{9763F97D-0713-441F-89BF-BD9A48964F82}" destId="{C7E63AE0-6669-4647-969D-D6C8174B4FF8}" srcOrd="0" destOrd="0" parTransId="{9EDF11C8-C80B-44E0-9540-0A6EA83D0A2A}" sibTransId="{7502DAF4-8548-48CA-9681-C3AF7142D7E5}"/>
    <dgm:cxn modelId="{C68CD6DA-685B-4114-A74B-5F144206C349}" type="presOf" srcId="{8E0E2F52-0833-42EE-8343-7E9A12096A18}" destId="{F4FF48D6-C169-40B9-AB82-DF2D0D2FEFCA}" srcOrd="0" destOrd="0" presId="urn:microsoft.com/office/officeart/2016/7/layout/BasicLinearProcessNumbered"/>
    <dgm:cxn modelId="{49BA2FDE-C748-42C5-96B9-7B364EECA517}" srcId="{9763F97D-0713-441F-89BF-BD9A48964F82}" destId="{8D43E79B-DFB1-4EF3-BE83-16BB657E50D1}" srcOrd="2" destOrd="0" parTransId="{68B9CEE5-8508-419C-8F97-E7032557E001}" sibTransId="{8E0E2F52-0833-42EE-8343-7E9A12096A18}"/>
    <dgm:cxn modelId="{3A4A22E5-1E2B-44AB-8D64-FBE903BDDD93}" type="presOf" srcId="{C7E63AE0-6669-4647-969D-D6C8174B4FF8}" destId="{8521EBEB-249F-4B35-88DF-BE0325A1348B}" srcOrd="0" destOrd="0" presId="urn:microsoft.com/office/officeart/2016/7/layout/BasicLinearProcessNumbered"/>
    <dgm:cxn modelId="{D9B3B3EA-ABED-47B2-98F1-DF1F943C6D4B}" type="presOf" srcId="{FF5C006A-647D-40F5-AE83-859CC161BAB6}" destId="{478A272F-5FDA-41BD-8A4D-0A6480E7D083}" srcOrd="0" destOrd="0" presId="urn:microsoft.com/office/officeart/2016/7/layout/BasicLinearProcessNumbered"/>
    <dgm:cxn modelId="{9798F6F7-3436-4DC1-ACFE-45FFFA25D31D}" type="presOf" srcId="{9763F97D-0713-441F-89BF-BD9A48964F82}" destId="{5BB15DC6-A09D-4E17-B72D-B47C8503792A}" srcOrd="0" destOrd="0" presId="urn:microsoft.com/office/officeart/2016/7/layout/BasicLinearProcessNumbered"/>
    <dgm:cxn modelId="{3F686C3B-8761-4B38-B58B-25EAA79221FC}" type="presParOf" srcId="{5BB15DC6-A09D-4E17-B72D-B47C8503792A}" destId="{DA5BE067-EFB7-4819-9E7F-1BCB97D215FF}" srcOrd="0" destOrd="0" presId="urn:microsoft.com/office/officeart/2016/7/layout/BasicLinearProcessNumbered"/>
    <dgm:cxn modelId="{6B481E02-D06A-47FE-85D3-42ABB48746A3}" type="presParOf" srcId="{DA5BE067-EFB7-4819-9E7F-1BCB97D215FF}" destId="{8521EBEB-249F-4B35-88DF-BE0325A1348B}" srcOrd="0" destOrd="0" presId="urn:microsoft.com/office/officeart/2016/7/layout/BasicLinearProcessNumbered"/>
    <dgm:cxn modelId="{1FE67F82-475F-494D-9AE0-C3ABBEB2CF30}" type="presParOf" srcId="{DA5BE067-EFB7-4819-9E7F-1BCB97D215FF}" destId="{062B9E8B-D0E6-4F58-9A55-4C72D64A7331}" srcOrd="1" destOrd="0" presId="urn:microsoft.com/office/officeart/2016/7/layout/BasicLinearProcessNumbered"/>
    <dgm:cxn modelId="{A669983E-02B7-441B-B170-A1761FB5223A}" type="presParOf" srcId="{DA5BE067-EFB7-4819-9E7F-1BCB97D215FF}" destId="{9C861528-D55B-4180-9E4F-CDAB59BC38F4}" srcOrd="2" destOrd="0" presId="urn:microsoft.com/office/officeart/2016/7/layout/BasicLinearProcessNumbered"/>
    <dgm:cxn modelId="{6EE39FAA-C261-4D56-AB5E-91CAF50DF2A8}" type="presParOf" srcId="{DA5BE067-EFB7-4819-9E7F-1BCB97D215FF}" destId="{15744534-93BF-41A1-997A-B504BCD97A3C}" srcOrd="3" destOrd="0" presId="urn:microsoft.com/office/officeart/2016/7/layout/BasicLinearProcessNumbered"/>
    <dgm:cxn modelId="{B476087F-7A35-4249-9F25-4F78368FE933}" type="presParOf" srcId="{5BB15DC6-A09D-4E17-B72D-B47C8503792A}" destId="{05435A42-8879-4B50-A559-7C267263BEC1}" srcOrd="1" destOrd="0" presId="urn:microsoft.com/office/officeart/2016/7/layout/BasicLinearProcessNumbered"/>
    <dgm:cxn modelId="{E188650E-28E1-410C-B03F-32A6777EC614}" type="presParOf" srcId="{5BB15DC6-A09D-4E17-B72D-B47C8503792A}" destId="{C6604686-A5E3-4AEF-A90E-11173DBEC7D2}" srcOrd="2" destOrd="0" presId="urn:microsoft.com/office/officeart/2016/7/layout/BasicLinearProcessNumbered"/>
    <dgm:cxn modelId="{B6130125-86AB-431A-96F4-AD359CCAFA31}" type="presParOf" srcId="{C6604686-A5E3-4AEF-A90E-11173DBEC7D2}" destId="{F311F336-1011-4F27-98B7-E9CB910A065C}" srcOrd="0" destOrd="0" presId="urn:microsoft.com/office/officeart/2016/7/layout/BasicLinearProcessNumbered"/>
    <dgm:cxn modelId="{A8C068E1-0B06-4D92-A067-7F07C00FF841}" type="presParOf" srcId="{C6604686-A5E3-4AEF-A90E-11173DBEC7D2}" destId="{478A272F-5FDA-41BD-8A4D-0A6480E7D083}" srcOrd="1" destOrd="0" presId="urn:microsoft.com/office/officeart/2016/7/layout/BasicLinearProcessNumbered"/>
    <dgm:cxn modelId="{E62443D4-9D52-4C5E-92EE-EA808B2DAC7C}" type="presParOf" srcId="{C6604686-A5E3-4AEF-A90E-11173DBEC7D2}" destId="{BF2D4CC6-06DF-4723-8341-7CAF99583581}" srcOrd="2" destOrd="0" presId="urn:microsoft.com/office/officeart/2016/7/layout/BasicLinearProcessNumbered"/>
    <dgm:cxn modelId="{39B26D59-975F-4E17-A889-5A0392B64B7D}" type="presParOf" srcId="{C6604686-A5E3-4AEF-A90E-11173DBEC7D2}" destId="{2007708F-EC52-467F-9C09-33745D7DB8FA}" srcOrd="3" destOrd="0" presId="urn:microsoft.com/office/officeart/2016/7/layout/BasicLinearProcessNumbered"/>
    <dgm:cxn modelId="{D16B6D35-13CC-4660-8C33-7D62267C2537}" type="presParOf" srcId="{5BB15DC6-A09D-4E17-B72D-B47C8503792A}" destId="{9D77134A-0FAB-4074-B2CD-498F204AE7F5}" srcOrd="3" destOrd="0" presId="urn:microsoft.com/office/officeart/2016/7/layout/BasicLinearProcessNumbered"/>
    <dgm:cxn modelId="{27A2FCE0-0DA7-4197-BDA6-0A6495053662}" type="presParOf" srcId="{5BB15DC6-A09D-4E17-B72D-B47C8503792A}" destId="{5C9ECF79-12BB-49C7-A14B-D30210E58F02}" srcOrd="4" destOrd="0" presId="urn:microsoft.com/office/officeart/2016/7/layout/BasicLinearProcessNumbered"/>
    <dgm:cxn modelId="{39CC7AC3-289B-44CE-B27A-D0BA94E4A112}" type="presParOf" srcId="{5C9ECF79-12BB-49C7-A14B-D30210E58F02}" destId="{4CC55776-B3D8-4BD4-9716-1568ABFA294C}" srcOrd="0" destOrd="0" presId="urn:microsoft.com/office/officeart/2016/7/layout/BasicLinearProcessNumbered"/>
    <dgm:cxn modelId="{6506FD17-6443-4C98-8960-0F9B757019B4}" type="presParOf" srcId="{5C9ECF79-12BB-49C7-A14B-D30210E58F02}" destId="{F4FF48D6-C169-40B9-AB82-DF2D0D2FEFCA}" srcOrd="1" destOrd="0" presId="urn:microsoft.com/office/officeart/2016/7/layout/BasicLinearProcessNumbered"/>
    <dgm:cxn modelId="{FD4CB6A4-2480-4B86-8A46-B6DC63AC0E73}" type="presParOf" srcId="{5C9ECF79-12BB-49C7-A14B-D30210E58F02}" destId="{7A6CE361-4A08-4DAC-8123-4CEA6DA23CE4}" srcOrd="2" destOrd="0" presId="urn:microsoft.com/office/officeart/2016/7/layout/BasicLinearProcessNumbered"/>
    <dgm:cxn modelId="{B9894D66-22F9-422A-89EB-9A43064D4A0F}" type="presParOf" srcId="{5C9ECF79-12BB-49C7-A14B-D30210E58F02}" destId="{26553276-28B2-4636-8E3F-D55DE966C537}" srcOrd="3" destOrd="0" presId="urn:microsoft.com/office/officeart/2016/7/layout/BasicLinearProcessNumbered"/>
    <dgm:cxn modelId="{78F943B1-ECA7-4E52-8F9B-12F368392A59}" type="presParOf" srcId="{5BB15DC6-A09D-4E17-B72D-B47C8503792A}" destId="{B4525369-0544-49A2-9911-E4459758A103}" srcOrd="5" destOrd="0" presId="urn:microsoft.com/office/officeart/2016/7/layout/BasicLinearProcessNumbered"/>
    <dgm:cxn modelId="{60F674C1-0350-4C71-8BC0-F1E4A5F5190B}" type="presParOf" srcId="{5BB15DC6-A09D-4E17-B72D-B47C8503792A}" destId="{244A8D47-B517-4E39-9012-1884407EB242}" srcOrd="6" destOrd="0" presId="urn:microsoft.com/office/officeart/2016/7/layout/BasicLinearProcessNumbered"/>
    <dgm:cxn modelId="{50167617-CBA7-4879-9F6B-4B239B0CC63C}" type="presParOf" srcId="{244A8D47-B517-4E39-9012-1884407EB242}" destId="{FB443068-4865-4FA9-BC11-9BB138EF895F}" srcOrd="0" destOrd="0" presId="urn:microsoft.com/office/officeart/2016/7/layout/BasicLinearProcessNumbered"/>
    <dgm:cxn modelId="{CFFB9487-95D2-4040-B497-F732746D29C7}" type="presParOf" srcId="{244A8D47-B517-4E39-9012-1884407EB242}" destId="{8753A914-68A8-4A7D-9823-988A817BB382}" srcOrd="1" destOrd="0" presId="urn:microsoft.com/office/officeart/2016/7/layout/BasicLinearProcessNumbered"/>
    <dgm:cxn modelId="{89DAF226-D3AE-4B45-834A-8DF9D920CD20}" type="presParOf" srcId="{244A8D47-B517-4E39-9012-1884407EB242}" destId="{37344D2B-9E27-4B61-A8C6-827A837A9C3F}" srcOrd="2" destOrd="0" presId="urn:microsoft.com/office/officeart/2016/7/layout/BasicLinearProcessNumbered"/>
    <dgm:cxn modelId="{3CDDA468-DE32-4345-83CD-CE8D99738876}" type="presParOf" srcId="{244A8D47-B517-4E39-9012-1884407EB242}" destId="{E8DDBADA-2872-476A-A76E-EA0EF0496F3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1EBEB-249F-4B35-88DF-BE0325A1348B}">
      <dsp:nvSpPr>
        <dsp:cNvPr id="0" name=""/>
        <dsp:cNvSpPr/>
      </dsp:nvSpPr>
      <dsp:spPr>
        <a:xfrm>
          <a:off x="3201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Calculate cumulative and % sales</a:t>
          </a:r>
        </a:p>
      </dsp:txBody>
      <dsp:txXfrm>
        <a:off x="3201" y="1418004"/>
        <a:ext cx="2539866" cy="2133487"/>
      </dsp:txXfrm>
    </dsp:sp>
    <dsp:sp modelId="{062B9E8B-D0E6-4F58-9A55-4C72D64A7331}">
      <dsp:nvSpPr>
        <dsp:cNvPr id="0" name=""/>
        <dsp:cNvSpPr/>
      </dsp:nvSpPr>
      <dsp:spPr>
        <a:xfrm>
          <a:off x="739762" y="4223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578598"/>
        <a:ext cx="754301" cy="754301"/>
      </dsp:txXfrm>
    </dsp:sp>
    <dsp:sp modelId="{9C861528-D55B-4180-9E4F-CDAB59BC38F4}">
      <dsp:nvSpPr>
        <dsp:cNvPr id="0" name=""/>
        <dsp:cNvSpPr/>
      </dsp:nvSpPr>
      <dsp:spPr>
        <a:xfrm>
          <a:off x="3201" y="36225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1F336-1011-4F27-98B7-E9CB910A065C}">
      <dsp:nvSpPr>
        <dsp:cNvPr id="0" name=""/>
        <dsp:cNvSpPr/>
      </dsp:nvSpPr>
      <dsp:spPr>
        <a:xfrm>
          <a:off x="2797054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Rank items individually A,B, C, or D; A, most important, and D, least important</a:t>
          </a:r>
        </a:p>
      </dsp:txBody>
      <dsp:txXfrm>
        <a:off x="2797054" y="1418004"/>
        <a:ext cx="2539866" cy="2133487"/>
      </dsp:txXfrm>
    </dsp:sp>
    <dsp:sp modelId="{478A272F-5FDA-41BD-8A4D-0A6480E7D083}">
      <dsp:nvSpPr>
        <dsp:cNvPr id="0" name=""/>
        <dsp:cNvSpPr/>
      </dsp:nvSpPr>
      <dsp:spPr>
        <a:xfrm>
          <a:off x="3533615" y="4223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578598"/>
        <a:ext cx="754301" cy="754301"/>
      </dsp:txXfrm>
    </dsp:sp>
    <dsp:sp modelId="{BF2D4CC6-06DF-4723-8341-7CAF99583581}">
      <dsp:nvSpPr>
        <dsp:cNvPr id="0" name=""/>
        <dsp:cNvSpPr/>
      </dsp:nvSpPr>
      <dsp:spPr>
        <a:xfrm>
          <a:off x="2797054" y="36225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55776-B3D8-4BD4-9716-1568ABFA294C}">
      <dsp:nvSpPr>
        <dsp:cNvPr id="0" name=""/>
        <dsp:cNvSpPr/>
      </dsp:nvSpPr>
      <dsp:spPr>
        <a:xfrm>
          <a:off x="5590907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Calculate weighting and spread</a:t>
          </a:r>
        </a:p>
      </dsp:txBody>
      <dsp:txXfrm>
        <a:off x="5590907" y="1418004"/>
        <a:ext cx="2539866" cy="2133487"/>
      </dsp:txXfrm>
    </dsp:sp>
    <dsp:sp modelId="{F4FF48D6-C169-40B9-AB82-DF2D0D2FEFCA}">
      <dsp:nvSpPr>
        <dsp:cNvPr id="0" name=""/>
        <dsp:cNvSpPr/>
      </dsp:nvSpPr>
      <dsp:spPr>
        <a:xfrm>
          <a:off x="6327469" y="4223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578598"/>
        <a:ext cx="754301" cy="754301"/>
      </dsp:txXfrm>
    </dsp:sp>
    <dsp:sp modelId="{7A6CE361-4A08-4DAC-8123-4CEA6DA23CE4}">
      <dsp:nvSpPr>
        <dsp:cNvPr id="0" name=""/>
        <dsp:cNvSpPr/>
      </dsp:nvSpPr>
      <dsp:spPr>
        <a:xfrm>
          <a:off x="5590907" y="36225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43068-4865-4FA9-BC11-9BB138EF895F}">
      <dsp:nvSpPr>
        <dsp:cNvPr id="0" name=""/>
        <dsp:cNvSpPr/>
      </dsp:nvSpPr>
      <dsp:spPr>
        <a:xfrm>
          <a:off x="8384760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Evaluate data for a final ranking</a:t>
          </a:r>
        </a:p>
      </dsp:txBody>
      <dsp:txXfrm>
        <a:off x="8384760" y="1418004"/>
        <a:ext cx="2539866" cy="2133487"/>
      </dsp:txXfrm>
    </dsp:sp>
    <dsp:sp modelId="{8753A914-68A8-4A7D-9823-988A817BB382}">
      <dsp:nvSpPr>
        <dsp:cNvPr id="0" name=""/>
        <dsp:cNvSpPr/>
      </dsp:nvSpPr>
      <dsp:spPr>
        <a:xfrm>
          <a:off x="9121322" y="4223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578598"/>
        <a:ext cx="754301" cy="754301"/>
      </dsp:txXfrm>
    </dsp:sp>
    <dsp:sp modelId="{37344D2B-9E27-4B61-A8C6-827A837A9C3F}">
      <dsp:nvSpPr>
        <dsp:cNvPr id="0" name=""/>
        <dsp:cNvSpPr/>
      </dsp:nvSpPr>
      <dsp:spPr>
        <a:xfrm>
          <a:off x="8384760" y="36225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01F40-59EF-4042-B8FC-FD57A53AF2A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14393-5B03-4453-A4A4-80011373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6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 of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01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0EE8-AD7C-833F-262C-85885CDB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A63BC-4243-7BD2-9D69-8BB96EADF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37C3B-77A1-7D66-A3EF-321174B01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for performing inventory classification and justification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039CE-3083-7874-AA59-005E47C6A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26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5229-F922-4F71-0887-5ACDF486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307D3-4DA2-5A68-1B3B-C54A5DBFB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85236-F7D7-120B-FFAA-7BD5099B9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data for both parts A &amp; B of assignment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8B7DE-E364-A0AB-0EF7-F7B6AD0BE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9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3F2E-166C-20A6-4A89-7D2EAF5B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A090A-1D6B-AC52-1AAB-1996C547B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950F3-1A2D-E31B-8B4C-6C38461CA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Stepwise process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742CE-B4CC-C1DB-23D9-5DB4A28C3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3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B938-DA11-63C4-731A-31376782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4D028-146B-DF7C-9889-04D90C062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19040-7F11-306A-A5DE-FFBADAB94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Stepwise process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DC8A1-28B0-9817-A3D5-DE19BDFD6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68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Samples from sales ranking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0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Samples from hits ranking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56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table showing final ranking for several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03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5AA7-8B6C-5C3E-8DBB-A06D3EE8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F95A0-F988-7933-0E34-D033FDAAF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149CD-3341-5CEE-4D41-C2957E879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level and justification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00C7-5A07-5116-501F-2C68315E2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80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4B82-64AB-D697-94D9-9A039FAD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520AF-9314-C52B-6FAF-9AA72BCF9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7A803-6CAD-B556-7C78-D76B7F08D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table for safety stock and ROP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B7E9F-0A8A-22BC-5503-5DD4D7F63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04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conclusions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14393-5B03-4453-A4A4-800113739A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71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D6E0-6E36-921D-EECC-96B2E5FEF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BBC96-B329-5550-72E0-45062D823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FE48-97EC-645D-08AB-98286AC0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8427E-F7F7-6DDF-4DE9-F9EDBFF5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A227-D59D-7B46-FB4A-AFA1D08A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6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9EE2-236D-D7C4-4151-A69EC3E7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2D70C-AF12-9C5D-CA78-431BF91B7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7A3CD-F404-4E54-7769-EBF2B3AF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28325-F774-2066-096A-9F3AA473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1BE9C-F53F-9E9C-E7FC-7A7F05EB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4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713E-E402-0F92-A0BE-12349931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1C6D-18A4-4354-86F5-6F3B24ADF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D33C0-516D-22BC-89A4-4B831A45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9261A-8309-6D28-357A-0C71ADE1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BD8B7-605B-4BF1-EFE1-17BCD557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AAEC-90F0-7CB5-ED2F-E237BA9F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EA02-15DC-4D53-7275-706B88C18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07AAB-5B9E-B948-0C5C-D485B8E78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B963B-5310-178D-0CA1-55B78091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45781-732E-1505-A682-27721977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8B420-1F7A-E9CC-D119-02E3A3D0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2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FB53-2590-1040-44EE-E1761B7A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191B5-9607-AD81-7BAB-4E0FEE532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5910C-3CF5-FC65-1637-1B7562FF6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FF139-D78F-ABBA-9075-3BD44C012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6135F-F285-E555-B93D-B4C8847D9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71CF2-1272-8DD1-C52F-D37D5E85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F2E75-9D8C-B2F4-AC52-3C49FC5E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23ACB-A5D7-7462-6AFF-8FE238E9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3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9520-AAA7-6BA0-C885-497745F2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969BDD-FDBE-C677-BCF7-6DB8252C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F7C3D-8B39-2870-5D99-125501F9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C5897-A5FF-B841-B0FB-D5B7766A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63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C0053-E415-D0F9-43CD-8EEC673F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25AC1-A1BE-0A2F-0A7E-B596DFE5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5DCD1-632D-FC1F-E031-A71BF79D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6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EC6F-FFE7-E620-2B6A-149FA3A2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8F8BF-8A3F-3D4F-1013-EB869845C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65DB6-5968-B094-1B47-03FE3EDB0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233E9-6128-2FCB-A454-5739287F2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3084B-A13E-869C-3380-80C9E6C4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F21BA-E614-F870-A0CB-09FB7E88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E538-273D-3C1D-B714-C8ADA1F3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CB4844-5826-3244-1769-299EF6554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DC555-F94A-7F3A-5CC4-57DA65D2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5A332-D858-C132-167C-0F022E63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11BED-840F-516E-78F6-28A0CA7D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D4C67-F6AF-956D-9213-F427C66B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6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E6D9-4B2A-1E5D-80A8-D795748F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F1A36-E061-C43A-9F99-E94344813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E0306-7A80-9FE0-7DC0-4DB64ECF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8CC7A-D30D-4808-CBC3-206F9C1B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F0578-8767-1A0A-35C3-6144CAFA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5C5E8-858E-51BC-E4F6-CFFFD6DD5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94CE1-5572-4367-C2C7-E64EB379A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BE6D1-C2DB-C11A-D606-75B3DDE3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37863-4AB8-DDEA-AF81-6DB994F9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895A2-49A4-F38D-A516-E925106C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4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137DD-C43E-52CD-F2F2-53B2DEB9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F2704-B334-19B6-EA9F-8E1B051D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4084A-0E36-1597-3FBA-164C7E19F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8D5C-29E8-4342-87C7-A11FCD572E6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8380-AA1C-E626-7C92-0C7DF1750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8BD77-190D-17CA-40D1-0C6FEB4E2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3639A-6E6F-40B4-A65A-602DACB86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5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24156-4D1B-B663-567E-202BFA18E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Inventory Stratification with Safety Stock &amp; ROP Determination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B3E78-9337-513D-7E0A-A34CC9D5A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Mason, Michele</a:t>
            </a:r>
          </a:p>
          <a:p>
            <a:pPr algn="l"/>
            <a:r>
              <a:rPr lang="en-US" dirty="0"/>
              <a:t>17 November 2025</a:t>
            </a:r>
          </a:p>
          <a:p>
            <a:pPr algn="l"/>
            <a:r>
              <a:rPr lang="en-US" dirty="0"/>
              <a:t>BAN 517, </a:t>
            </a:r>
            <a:r>
              <a:rPr lang="en-US"/>
              <a:t>Fall 2,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BBB5F-C943-9D2A-4583-1CD380E7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82CD3-6BC8-C7BC-A82A-B5E43DD1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6632-4C96-19CD-A56C-19C665D11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05781"/>
            <a:ext cx="9724031" cy="36084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Efficient inventory management helps achieve higher</a:t>
            </a:r>
          </a:p>
          <a:p>
            <a:pPr marL="0" indent="0" algn="ctr">
              <a:buNone/>
            </a:pPr>
            <a:r>
              <a:rPr lang="en-US" sz="2000" b="1" u="sng" dirty="0"/>
              <a:t>PROFITABILITY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How?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D14303-86AC-1AAC-7951-778B5920B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939372"/>
              </p:ext>
            </p:extLst>
          </p:nvPr>
        </p:nvGraphicFramePr>
        <p:xfrm>
          <a:off x="3264989" y="4296111"/>
          <a:ext cx="5937250" cy="1199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355344140"/>
                    </a:ext>
                  </a:extLst>
                </a:gridCol>
                <a:gridCol w="2968625">
                  <a:extLst>
                    <a:ext uri="{9D8B030D-6E8A-4147-A177-3AD203B41FA5}">
                      <a16:colId xmlns:a16="http://schemas.microsoft.com/office/drawing/2014/main" val="307418211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200" dirty="0">
                          <a:effectLst/>
                        </a:rPr>
                        <a:t>Minimizes logistics costs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19081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200">
                          <a:effectLst/>
                        </a:rPr>
                        <a:t>Reduces risks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164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US" sz="2400" kern="1200">
                          <a:effectLst/>
                        </a:rPr>
                        <a:t>Supply side risk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kern="1200" dirty="0">
                          <a:effectLst/>
                        </a:rPr>
                        <a:t>Demand side risk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926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11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CA4C8-3081-9B5A-BBFE-75F5DA7A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398522-88FE-A692-51B6-B17DC23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87222-DA35-BDB4-2D93-5896B04AA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C5DB7-6796-4B9D-8CF0-E986B6343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22BFC4-8787-65D6-E4D0-CD065AAA7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0CC82-59B9-2E49-0452-570E0D94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80B8E-2FEE-4345-958A-CF567813C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192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Inventory Classification</a:t>
            </a:r>
          </a:p>
          <a:p>
            <a:pPr marL="0" indent="0">
              <a:buNone/>
            </a:pPr>
            <a:r>
              <a:rPr lang="en-US" sz="1800" dirty="0"/>
              <a:t>Given: 	List of digital consumer electronics items</a:t>
            </a:r>
          </a:p>
          <a:p>
            <a:pPr lvl="1"/>
            <a:r>
              <a:rPr lang="en-US" sz="1800" dirty="0"/>
              <a:t>	Sales</a:t>
            </a:r>
          </a:p>
          <a:p>
            <a:pPr lvl="1"/>
            <a:r>
              <a:rPr lang="en-US" sz="1800" dirty="0"/>
              <a:t>	Hits</a:t>
            </a:r>
          </a:p>
          <a:p>
            <a:r>
              <a:rPr lang="en-US" sz="1800" dirty="0"/>
              <a:t>Sales for each item individually ranked and scored</a:t>
            </a:r>
          </a:p>
          <a:p>
            <a:r>
              <a:rPr lang="en-US" sz="1800" dirty="0"/>
              <a:t>Hits for each item individually ranked and scored</a:t>
            </a:r>
          </a:p>
          <a:p>
            <a:r>
              <a:rPr lang="en-US" sz="1800" dirty="0"/>
              <a:t>Scores combined and weighted for each item</a:t>
            </a:r>
          </a:p>
          <a:p>
            <a:r>
              <a:rPr lang="en-US" sz="1800" dirty="0"/>
              <a:t>Combined final rank calculated for each item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FF86F-3F5C-3A38-4B4D-515B3DCAA6C3}"/>
              </a:ext>
            </a:extLst>
          </p:cNvPr>
          <p:cNvSpPr txBox="1"/>
          <p:nvPr/>
        </p:nvSpPr>
        <p:spPr>
          <a:xfrm>
            <a:off x="6587613" y="1825625"/>
            <a:ext cx="49161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Safety Stock and ROP Determination</a:t>
            </a:r>
          </a:p>
          <a:p>
            <a:endParaRPr lang="en-US" sz="1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Inventory classification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level determined for digital consumer 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Safety stock calculated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Reorder point calculated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86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38F0C-6620-0CB2-2E0D-B1FBD816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CB379-BC30-5DC7-7AC7-7FC49EFB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Inventory Classification Methodology</a:t>
            </a: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2F72393E-9686-E59D-BD79-F06D0B092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0000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56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FC37D-AC8D-6870-CA6D-745400F9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919F44E-C345-EF4C-A610-C2FEE6B11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294962-053A-0486-AC0F-26232AF6C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4A3219-4FBA-75B0-D9A1-F452F6600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4E7F8C-C638-AD11-8620-957F22CAE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947B0-4A84-BF2E-1B4B-E05E0888B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Inventory Classification Methodology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75248-2BF0-3AA2-768A-63050F12C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2B93AA-9528-CC9E-D1F5-675B40C2495F}"/>
              </a:ext>
            </a:extLst>
          </p:cNvPr>
          <p:cNvGraphicFramePr>
            <a:graphicFrameLocks noGrp="1"/>
          </p:cNvGraphicFramePr>
          <p:nvPr/>
        </p:nvGraphicFramePr>
        <p:xfrm>
          <a:off x="4038364" y="2725066"/>
          <a:ext cx="3957955" cy="1099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3647953322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408464475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Ranking Strategy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57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Rank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Level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12941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60%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1796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80%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47258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90%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72050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930392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A74188-9BB1-D6C0-D3C5-53F005B0B5D6}"/>
              </a:ext>
            </a:extLst>
          </p:cNvPr>
          <p:cNvGraphicFramePr>
            <a:graphicFrameLocks noGrp="1"/>
          </p:cNvGraphicFramePr>
          <p:nvPr/>
        </p:nvGraphicFramePr>
        <p:xfrm>
          <a:off x="4548903" y="4103494"/>
          <a:ext cx="2936875" cy="549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344631172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84039722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Weighting Strategy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409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Sales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65%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32966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Hits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35%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7920893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2B11CC-EBDD-25CB-188A-6143515B4115}"/>
              </a:ext>
            </a:extLst>
          </p:cNvPr>
          <p:cNvGraphicFramePr>
            <a:graphicFrameLocks noGrp="1"/>
          </p:cNvGraphicFramePr>
          <p:nvPr/>
        </p:nvGraphicFramePr>
        <p:xfrm>
          <a:off x="3817065" y="4890352"/>
          <a:ext cx="4400550" cy="1099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8935">
                  <a:extLst>
                    <a:ext uri="{9D8B030D-6E8A-4147-A177-3AD203B41FA5}">
                      <a16:colId xmlns:a16="http://schemas.microsoft.com/office/drawing/2014/main" val="65550055"/>
                    </a:ext>
                  </a:extLst>
                </a:gridCol>
                <a:gridCol w="1332865">
                  <a:extLst>
                    <a:ext uri="{9D8B030D-6E8A-4147-A177-3AD203B41FA5}">
                      <a16:colId xmlns:a16="http://schemas.microsoft.com/office/drawing/2014/main" val="120535809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83888386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Spread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082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Rank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From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To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61723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3.25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4.00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45148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2.5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3.24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01939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1.75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2.49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8179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1.75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4621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60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3765B-3CEC-13D0-3EB2-2025F04E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Sample Table: Sales Ranking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A96D7DA-163C-4391-F69B-F5A2573C0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413134"/>
              </p:ext>
            </p:extLst>
          </p:nvPr>
        </p:nvGraphicFramePr>
        <p:xfrm>
          <a:off x="776748" y="2112579"/>
          <a:ext cx="10864646" cy="41928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2866">
                  <a:extLst>
                    <a:ext uri="{9D8B030D-6E8A-4147-A177-3AD203B41FA5}">
                      <a16:colId xmlns:a16="http://schemas.microsoft.com/office/drawing/2014/main" val="4071434070"/>
                    </a:ext>
                  </a:extLst>
                </a:gridCol>
                <a:gridCol w="2024375">
                  <a:extLst>
                    <a:ext uri="{9D8B030D-6E8A-4147-A177-3AD203B41FA5}">
                      <a16:colId xmlns:a16="http://schemas.microsoft.com/office/drawing/2014/main" val="3417116301"/>
                    </a:ext>
                  </a:extLst>
                </a:gridCol>
                <a:gridCol w="2429521">
                  <a:extLst>
                    <a:ext uri="{9D8B030D-6E8A-4147-A177-3AD203B41FA5}">
                      <a16:colId xmlns:a16="http://schemas.microsoft.com/office/drawing/2014/main" val="2954415603"/>
                    </a:ext>
                  </a:extLst>
                </a:gridCol>
                <a:gridCol w="2321483">
                  <a:extLst>
                    <a:ext uri="{9D8B030D-6E8A-4147-A177-3AD203B41FA5}">
                      <a16:colId xmlns:a16="http://schemas.microsoft.com/office/drawing/2014/main" val="4237129522"/>
                    </a:ext>
                  </a:extLst>
                </a:gridCol>
                <a:gridCol w="1396401">
                  <a:extLst>
                    <a:ext uri="{9D8B030D-6E8A-4147-A177-3AD203B41FA5}">
                      <a16:colId xmlns:a16="http://schemas.microsoft.com/office/drawing/2014/main" val="1663336507"/>
                    </a:ext>
                  </a:extLst>
                </a:gridCol>
              </a:tblGrid>
              <a:tr h="9523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 dirty="0">
                          <a:effectLst/>
                        </a:rPr>
                        <a:t>Item Number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 dirty="0">
                          <a:effectLst/>
                        </a:rPr>
                        <a:t>Sales ($)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 dirty="0">
                          <a:effectLst/>
                        </a:rPr>
                        <a:t>Cumulative Sales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</a:rPr>
                        <a:t>% of Sales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</a:rPr>
                        <a:t>Rank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996513234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1090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9328940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9328940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2770629142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1180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7202900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16531840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1150244252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1196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1302104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49247848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60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B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3435482251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1205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1161050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50408898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61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B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3127491591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1070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400200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65767909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80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314333383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1209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398620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66166529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81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3761853879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1150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303303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73994108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D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352326133"/>
                  </a:ext>
                </a:extLst>
              </a:tr>
              <a:tr h="405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1175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297000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74291108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91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D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7244" marR="127244" marT="0" marB="0" anchor="b"/>
                </a:tc>
                <a:extLst>
                  <a:ext uri="{0D108BD9-81ED-4DB2-BD59-A6C34878D82A}">
                    <a16:rowId xmlns:a16="http://schemas.microsoft.com/office/drawing/2014/main" val="172496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511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D7386-EFD8-9E5C-A282-BF4AE2DF5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31554-D172-241D-201B-C3DBC991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Sample Table: Hits Ranking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C0658A-877D-FD71-EDCC-55544C433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084445"/>
              </p:ext>
            </p:extLst>
          </p:nvPr>
        </p:nvGraphicFramePr>
        <p:xfrm>
          <a:off x="997979" y="2112579"/>
          <a:ext cx="10219985" cy="41928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35455">
                  <a:extLst>
                    <a:ext uri="{9D8B030D-6E8A-4147-A177-3AD203B41FA5}">
                      <a16:colId xmlns:a16="http://schemas.microsoft.com/office/drawing/2014/main" val="1808956643"/>
                    </a:ext>
                  </a:extLst>
                </a:gridCol>
                <a:gridCol w="1141942">
                  <a:extLst>
                    <a:ext uri="{9D8B030D-6E8A-4147-A177-3AD203B41FA5}">
                      <a16:colId xmlns:a16="http://schemas.microsoft.com/office/drawing/2014/main" val="1319075548"/>
                    </a:ext>
                  </a:extLst>
                </a:gridCol>
                <a:gridCol w="3091438">
                  <a:extLst>
                    <a:ext uri="{9D8B030D-6E8A-4147-A177-3AD203B41FA5}">
                      <a16:colId xmlns:a16="http://schemas.microsoft.com/office/drawing/2014/main" val="3926807213"/>
                    </a:ext>
                  </a:extLst>
                </a:gridCol>
                <a:gridCol w="1984520">
                  <a:extLst>
                    <a:ext uri="{9D8B030D-6E8A-4147-A177-3AD203B41FA5}">
                      <a16:colId xmlns:a16="http://schemas.microsoft.com/office/drawing/2014/main" val="3490360391"/>
                    </a:ext>
                  </a:extLst>
                </a:gridCol>
                <a:gridCol w="1366630">
                  <a:extLst>
                    <a:ext uri="{9D8B030D-6E8A-4147-A177-3AD203B41FA5}">
                      <a16:colId xmlns:a16="http://schemas.microsoft.com/office/drawing/2014/main" val="1761841228"/>
                    </a:ext>
                  </a:extLst>
                </a:gridCol>
              </a:tblGrid>
              <a:tr h="5576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100">
                          <a:effectLst/>
                        </a:rPr>
                        <a:t>Item Number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100">
                          <a:effectLst/>
                        </a:rPr>
                        <a:t>Hits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100">
                          <a:effectLst/>
                        </a:rPr>
                        <a:t>Cumulative Hits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100">
                          <a:effectLst/>
                        </a:rPr>
                        <a:t>% of Hits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100">
                          <a:effectLst/>
                        </a:rPr>
                        <a:t>Rank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3927348867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1092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2064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2064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9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A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1209655100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1090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1780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3844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17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A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402457540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1166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345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14251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61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B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805271422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1164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342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14593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63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B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4123272396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1199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86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18631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80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C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1930343407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1195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86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18717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80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C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343231297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1053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71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20990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90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D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3691443136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1153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68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21058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91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D</a:t>
                      </a:r>
                      <a:endParaRPr lang="en-US" sz="2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743" marR="142743" marT="0" marB="0" anchor="b"/>
                </a:tc>
                <a:extLst>
                  <a:ext uri="{0D108BD9-81ED-4DB2-BD59-A6C34878D82A}">
                    <a16:rowId xmlns:a16="http://schemas.microsoft.com/office/drawing/2014/main" val="3598884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40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CE212-5951-457E-CE7F-85D53D06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Sample Table: Final Ranking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E69E4E-6F67-F512-5399-3CA28429E5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951418"/>
              </p:ext>
            </p:extLst>
          </p:nvPr>
        </p:nvGraphicFramePr>
        <p:xfrm>
          <a:off x="644056" y="2360126"/>
          <a:ext cx="10927832" cy="3697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0949">
                  <a:extLst>
                    <a:ext uri="{9D8B030D-6E8A-4147-A177-3AD203B41FA5}">
                      <a16:colId xmlns:a16="http://schemas.microsoft.com/office/drawing/2014/main" val="2301194433"/>
                    </a:ext>
                  </a:extLst>
                </a:gridCol>
                <a:gridCol w="1628592">
                  <a:extLst>
                    <a:ext uri="{9D8B030D-6E8A-4147-A177-3AD203B41FA5}">
                      <a16:colId xmlns:a16="http://schemas.microsoft.com/office/drawing/2014/main" val="3721228359"/>
                    </a:ext>
                  </a:extLst>
                </a:gridCol>
                <a:gridCol w="1440865">
                  <a:extLst>
                    <a:ext uri="{9D8B030D-6E8A-4147-A177-3AD203B41FA5}">
                      <a16:colId xmlns:a16="http://schemas.microsoft.com/office/drawing/2014/main" val="2756650575"/>
                    </a:ext>
                  </a:extLst>
                </a:gridCol>
                <a:gridCol w="1644916">
                  <a:extLst>
                    <a:ext uri="{9D8B030D-6E8A-4147-A177-3AD203B41FA5}">
                      <a16:colId xmlns:a16="http://schemas.microsoft.com/office/drawing/2014/main" val="553368322"/>
                    </a:ext>
                  </a:extLst>
                </a:gridCol>
                <a:gridCol w="1457189">
                  <a:extLst>
                    <a:ext uri="{9D8B030D-6E8A-4147-A177-3AD203B41FA5}">
                      <a16:colId xmlns:a16="http://schemas.microsoft.com/office/drawing/2014/main" val="319208352"/>
                    </a:ext>
                  </a:extLst>
                </a:gridCol>
                <a:gridCol w="1425629">
                  <a:extLst>
                    <a:ext uri="{9D8B030D-6E8A-4147-A177-3AD203B41FA5}">
                      <a16:colId xmlns:a16="http://schemas.microsoft.com/office/drawing/2014/main" val="159498004"/>
                    </a:ext>
                  </a:extLst>
                </a:gridCol>
                <a:gridCol w="1549692">
                  <a:extLst>
                    <a:ext uri="{9D8B030D-6E8A-4147-A177-3AD203B41FA5}">
                      <a16:colId xmlns:a16="http://schemas.microsoft.com/office/drawing/2014/main" val="1800965895"/>
                    </a:ext>
                  </a:extLst>
                </a:gridCol>
              </a:tblGrid>
              <a:tr h="7045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Item Number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Sales Rank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Hits Rank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Sales Rank Score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Hits Rank Score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Weighted Score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Final Rank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1407228660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1090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4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4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4.0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1189150388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1170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4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4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4.0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3648434483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1215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3.0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359790532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1036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2.7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909317432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1209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2.0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1772907834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1160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2.4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2426836460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1150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B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1.7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177642887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1024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1.0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533" marR="117533" marT="0" marB="0" anchor="b"/>
                </a:tc>
                <a:extLst>
                  <a:ext uri="{0D108BD9-81ED-4DB2-BD59-A6C34878D82A}">
                    <a16:rowId xmlns:a16="http://schemas.microsoft.com/office/drawing/2014/main" val="1098098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88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B0ECA-5317-99F3-9B0D-475975C1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B05FE-4419-5736-AC40-25D91A4C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Safety Stock &amp; Reorder Point (ROP)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6CB9605-278B-5A1C-3821-DDD23B4EE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Digital consumer electronics retailer must run higher service levels</a:t>
            </a:r>
          </a:p>
          <a:p>
            <a:pPr marL="0" indent="0" algn="ctr">
              <a:buNone/>
            </a:pPr>
            <a:endParaRPr lang="en-US" sz="1800" dirty="0"/>
          </a:p>
          <a:p>
            <a:r>
              <a:rPr lang="en-US" sz="1800" dirty="0"/>
              <a:t>These are high value items</a:t>
            </a:r>
          </a:p>
          <a:p>
            <a:r>
              <a:rPr lang="en-US" sz="1800" dirty="0"/>
              <a:t>Demand is often variable and influenced by promotions or seasonality</a:t>
            </a:r>
          </a:p>
          <a:p>
            <a:r>
              <a:rPr lang="en-US" sz="1800" dirty="0"/>
              <a:t>Stockouts result in lost sales, not production, and customers switch instantly if item is out of stock</a:t>
            </a:r>
          </a:p>
          <a:p>
            <a:pPr marL="0" indent="0" algn="ctr">
              <a:buNone/>
            </a:pPr>
            <a:r>
              <a:rPr lang="en-US" sz="1800" dirty="0"/>
              <a:t>Service level strategy: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8FD9C32-CDE7-B64D-2158-AA1030D03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2723"/>
              </p:ext>
            </p:extLst>
          </p:nvPr>
        </p:nvGraphicFramePr>
        <p:xfrm>
          <a:off x="3264989" y="4842206"/>
          <a:ext cx="5937250" cy="9163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1070478884"/>
                    </a:ext>
                  </a:extLst>
                </a:gridCol>
                <a:gridCol w="2968625">
                  <a:extLst>
                    <a:ext uri="{9D8B030D-6E8A-4147-A177-3AD203B41FA5}">
                      <a16:colId xmlns:a16="http://schemas.microsoft.com/office/drawing/2014/main" val="323723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Rank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Service Level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5740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98%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721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95%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07636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88%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0824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70%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0609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79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359A5-8C4B-B25C-11ED-65CF81B2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BDA42-EFA2-B069-D235-7C1E14B19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Sample Table: Safety Stock &amp; Reorder Point (ROP)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61A81E-F700-88AB-D0A0-D42D1DFFD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541916"/>
              </p:ext>
            </p:extLst>
          </p:nvPr>
        </p:nvGraphicFramePr>
        <p:xfrm>
          <a:off x="644055" y="2794978"/>
          <a:ext cx="10594215" cy="3331411"/>
        </p:xfrm>
        <a:graphic>
          <a:graphicData uri="http://schemas.openxmlformats.org/drawingml/2006/table">
            <a:tbl>
              <a:tblPr firstRow="1" firstCol="1" lastCol="1" bandRow="1">
                <a:tableStyleId>{5C22544A-7EE6-4342-B048-85BDC9FD1C3A}</a:tableStyleId>
              </a:tblPr>
              <a:tblGrid>
                <a:gridCol w="1882890">
                  <a:extLst>
                    <a:ext uri="{9D8B030D-6E8A-4147-A177-3AD203B41FA5}">
                      <a16:colId xmlns:a16="http://schemas.microsoft.com/office/drawing/2014/main" val="1086035240"/>
                    </a:ext>
                  </a:extLst>
                </a:gridCol>
                <a:gridCol w="1445482">
                  <a:extLst>
                    <a:ext uri="{9D8B030D-6E8A-4147-A177-3AD203B41FA5}">
                      <a16:colId xmlns:a16="http://schemas.microsoft.com/office/drawing/2014/main" val="1282177329"/>
                    </a:ext>
                  </a:extLst>
                </a:gridCol>
                <a:gridCol w="1829745">
                  <a:extLst>
                    <a:ext uri="{9D8B030D-6E8A-4147-A177-3AD203B41FA5}">
                      <a16:colId xmlns:a16="http://schemas.microsoft.com/office/drawing/2014/main" val="1914483195"/>
                    </a:ext>
                  </a:extLst>
                </a:gridCol>
                <a:gridCol w="2087284">
                  <a:extLst>
                    <a:ext uri="{9D8B030D-6E8A-4147-A177-3AD203B41FA5}">
                      <a16:colId xmlns:a16="http://schemas.microsoft.com/office/drawing/2014/main" val="1630903617"/>
                    </a:ext>
                  </a:extLst>
                </a:gridCol>
                <a:gridCol w="1645792">
                  <a:extLst>
                    <a:ext uri="{9D8B030D-6E8A-4147-A177-3AD203B41FA5}">
                      <a16:colId xmlns:a16="http://schemas.microsoft.com/office/drawing/2014/main" val="3381858226"/>
                    </a:ext>
                  </a:extLst>
                </a:gridCol>
                <a:gridCol w="1703022">
                  <a:extLst>
                    <a:ext uri="{9D8B030D-6E8A-4147-A177-3AD203B41FA5}">
                      <a16:colId xmlns:a16="http://schemas.microsoft.com/office/drawing/2014/main" val="4291642445"/>
                    </a:ext>
                  </a:extLst>
                </a:gridCol>
              </a:tblGrid>
              <a:tr h="13619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Item Number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Final Rank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Service Level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Standard Normal Variate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Safety Stock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ROP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extLst>
                  <a:ext uri="{0D108BD9-81ED-4DB2-BD59-A6C34878D82A}">
                    <a16:rowId xmlns:a16="http://schemas.microsoft.com/office/drawing/2014/main" val="512440058"/>
                  </a:ext>
                </a:extLst>
              </a:tr>
              <a:tr h="4923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1170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A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0.98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2.05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62.50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125.50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extLst>
                  <a:ext uri="{0D108BD9-81ED-4DB2-BD59-A6C34878D82A}">
                    <a16:rowId xmlns:a16="http://schemas.microsoft.com/office/drawing/2014/main" val="401191055"/>
                  </a:ext>
                </a:extLst>
              </a:tr>
              <a:tr h="4923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1036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B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0.95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1.64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61.13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113.13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extLst>
                  <a:ext uri="{0D108BD9-81ED-4DB2-BD59-A6C34878D82A}">
                    <a16:rowId xmlns:a16="http://schemas.microsoft.com/office/drawing/2014/main" val="3814751179"/>
                  </a:ext>
                </a:extLst>
              </a:tr>
              <a:tr h="4923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1160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C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0.88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1.17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73.82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157.82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extLst>
                  <a:ext uri="{0D108BD9-81ED-4DB2-BD59-A6C34878D82A}">
                    <a16:rowId xmlns:a16="http://schemas.microsoft.com/office/drawing/2014/main" val="3511590509"/>
                  </a:ext>
                </a:extLst>
              </a:tr>
              <a:tr h="4923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1024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D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0.70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>
                          <a:effectLst/>
                        </a:rPr>
                        <a:t>0.52</a:t>
                      </a:r>
                      <a:endParaRPr lang="en-US" sz="2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18.29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dirty="0">
                          <a:effectLst/>
                        </a:rPr>
                        <a:t>48.29</a:t>
                      </a:r>
                      <a:endParaRPr lang="en-US" sz="2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4669" marR="154669" marT="0" marB="0" anchor="b"/>
                </a:tc>
                <a:extLst>
                  <a:ext uri="{0D108BD9-81ED-4DB2-BD59-A6C34878D82A}">
                    <a16:rowId xmlns:a16="http://schemas.microsoft.com/office/drawing/2014/main" val="1789639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38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688D9-1526-F29A-5B27-F189E7424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&amp;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D44C8-8115-CF4A-D830-6D70453E1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Inventory stratification was performed for all given items</a:t>
            </a:r>
          </a:p>
          <a:p>
            <a:pPr marL="0" indent="0">
              <a:buNone/>
            </a:pPr>
            <a:r>
              <a:rPr lang="en-US" sz="2000" dirty="0"/>
              <a:t>A service level was chosen and safety stock levels and the reorder points for the four specified items was calculated.</a:t>
            </a:r>
          </a:p>
          <a:p>
            <a:pPr marL="0" indent="0">
              <a:buNone/>
            </a:pPr>
            <a:r>
              <a:rPr lang="en-US" sz="2000" dirty="0"/>
              <a:t>Counts of final rank and sum of sales per rank are reported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D30ADC-C71B-D303-FF07-F1E9CE243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02237"/>
              </p:ext>
            </p:extLst>
          </p:nvPr>
        </p:nvGraphicFramePr>
        <p:xfrm>
          <a:off x="2045189" y="4590491"/>
          <a:ext cx="3254375" cy="11993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7025">
                  <a:extLst>
                    <a:ext uri="{9D8B030D-6E8A-4147-A177-3AD203B41FA5}">
                      <a16:colId xmlns:a16="http://schemas.microsoft.com/office/drawing/2014/main" val="120338534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612011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Final Rank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Count of Final Rank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1752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250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410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4716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142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044211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Grand Total: 205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61804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A66C008-5F3C-C433-238D-DBC00DCFC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73249"/>
              </p:ext>
            </p:extLst>
          </p:nvPr>
        </p:nvGraphicFramePr>
        <p:xfrm>
          <a:off x="6319574" y="4590491"/>
          <a:ext cx="3254375" cy="11993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7025">
                  <a:extLst>
                    <a:ext uri="{9D8B030D-6E8A-4147-A177-3AD203B41FA5}">
                      <a16:colId xmlns:a16="http://schemas.microsoft.com/office/drawing/2014/main" val="1137578544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518091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Final Rank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Sum of Sales ($)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811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54,788,937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746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10,450,897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36209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8,173,036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5955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8,633,280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5859253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Grand Total: 82,046,150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74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2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</TotalTime>
  <Words>647</Words>
  <Application>Microsoft Office PowerPoint</Application>
  <PresentationFormat>Widescreen</PresentationFormat>
  <Paragraphs>319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Office Theme</vt:lpstr>
      <vt:lpstr>Inventory Stratification with Safety Stock &amp; ROP Determination</vt:lpstr>
      <vt:lpstr>Introduction</vt:lpstr>
      <vt:lpstr>Data Overview</vt:lpstr>
      <vt:lpstr>Inventory Classification Methodology</vt:lpstr>
      <vt:lpstr>Inventory Classification Methodology</vt:lpstr>
      <vt:lpstr>Sample Table: Sales Ranking</vt:lpstr>
      <vt:lpstr>Sample Table: Hits Ranking</vt:lpstr>
      <vt:lpstr>Sample Table: Final Ranking</vt:lpstr>
      <vt:lpstr>Safety Stock &amp; Reorder Point (ROP)</vt:lpstr>
      <vt:lpstr>Sample Table: Safety Stock &amp; Reorder Point (ROP)</vt:lpstr>
      <vt:lpstr>Summary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Michele Mason</dc:creator>
  <cp:lastModifiedBy>Michele Mason</cp:lastModifiedBy>
  <cp:revision>1</cp:revision>
  <dcterms:created xsi:type="dcterms:W3CDTF">2025-11-17T14:39:45Z</dcterms:created>
  <dcterms:modified xsi:type="dcterms:W3CDTF">2025-11-17T23:43:43Z</dcterms:modified>
</cp:coreProperties>
</file>